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6" r:id="rId33"/>
    <p:sldId id="288" r:id="rId34"/>
    <p:sldId id="289" r:id="rId35"/>
    <p:sldId id="290" r:id="rId36"/>
    <p:sldId id="291" r:id="rId3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9765AA-A121-4195-91D4-E7C9D1E5F3E7}" v="2" dt="2025-10-21T11:21:23.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T CETIN" userId="2e2693f6-b6ea-444e-bae2-ae104160d18b" providerId="ADAL" clId="{D59765AA-A121-4195-91D4-E7C9D1E5F3E7}"/>
    <pc:docChg chg="undo custSel addSld modSld">
      <pc:chgData name="AHMET CETIN" userId="2e2693f6-b6ea-444e-bae2-ae104160d18b" providerId="ADAL" clId="{D59765AA-A121-4195-91D4-E7C9D1E5F3E7}" dt="2025-10-21T11:21:32.207" v="350" actId="14100"/>
      <pc:docMkLst>
        <pc:docMk/>
      </pc:docMkLst>
      <pc:sldChg chg="modSp new mod">
        <pc:chgData name="AHMET CETIN" userId="2e2693f6-b6ea-444e-bae2-ae104160d18b" providerId="ADAL" clId="{D59765AA-A121-4195-91D4-E7C9D1E5F3E7}" dt="2025-10-21T10:44:29.730" v="12" actId="313"/>
        <pc:sldMkLst>
          <pc:docMk/>
          <pc:sldMk cId="1718371528" sldId="277"/>
        </pc:sldMkLst>
        <pc:spChg chg="mod">
          <ac:chgData name="AHMET CETIN" userId="2e2693f6-b6ea-444e-bae2-ae104160d18b" providerId="ADAL" clId="{D59765AA-A121-4195-91D4-E7C9D1E5F3E7}" dt="2025-10-21T10:44:02.894" v="1"/>
          <ac:spMkLst>
            <pc:docMk/>
            <pc:sldMk cId="1718371528" sldId="277"/>
            <ac:spMk id="2" creationId="{54E68D91-81EF-66C5-15A5-AA0F0AE2E75D}"/>
          </ac:spMkLst>
        </pc:spChg>
        <pc:spChg chg="mod">
          <ac:chgData name="AHMET CETIN" userId="2e2693f6-b6ea-444e-bae2-ae104160d18b" providerId="ADAL" clId="{D59765AA-A121-4195-91D4-E7C9D1E5F3E7}" dt="2025-10-21T10:44:29.730" v="12" actId="313"/>
          <ac:spMkLst>
            <pc:docMk/>
            <pc:sldMk cId="1718371528" sldId="277"/>
            <ac:spMk id="3" creationId="{5135F339-82C8-5FA4-6754-6469B6CF4CE9}"/>
          </ac:spMkLst>
        </pc:spChg>
      </pc:sldChg>
      <pc:sldChg chg="modSp new mod">
        <pc:chgData name="AHMET CETIN" userId="2e2693f6-b6ea-444e-bae2-ae104160d18b" providerId="ADAL" clId="{D59765AA-A121-4195-91D4-E7C9D1E5F3E7}" dt="2025-10-21T10:46:01.741" v="31" actId="20577"/>
        <pc:sldMkLst>
          <pc:docMk/>
          <pc:sldMk cId="3531567336" sldId="278"/>
        </pc:sldMkLst>
        <pc:spChg chg="mod">
          <ac:chgData name="AHMET CETIN" userId="2e2693f6-b6ea-444e-bae2-ae104160d18b" providerId="ADAL" clId="{D59765AA-A121-4195-91D4-E7C9D1E5F3E7}" dt="2025-10-21T10:45:13.980" v="16"/>
          <ac:spMkLst>
            <pc:docMk/>
            <pc:sldMk cId="3531567336" sldId="278"/>
            <ac:spMk id="2" creationId="{9BE78C8B-3257-E728-8A8A-DA7EC35567C2}"/>
          </ac:spMkLst>
        </pc:spChg>
        <pc:spChg chg="mod">
          <ac:chgData name="AHMET CETIN" userId="2e2693f6-b6ea-444e-bae2-ae104160d18b" providerId="ADAL" clId="{D59765AA-A121-4195-91D4-E7C9D1E5F3E7}" dt="2025-10-21T10:46:01.741" v="31" actId="20577"/>
          <ac:spMkLst>
            <pc:docMk/>
            <pc:sldMk cId="3531567336" sldId="278"/>
            <ac:spMk id="3" creationId="{D54A41C6-7E2B-FB46-5385-BFB9A99726EA}"/>
          </ac:spMkLst>
        </pc:spChg>
      </pc:sldChg>
      <pc:sldChg chg="delSp modSp new mod">
        <pc:chgData name="AHMET CETIN" userId="2e2693f6-b6ea-444e-bae2-ae104160d18b" providerId="ADAL" clId="{D59765AA-A121-4195-91D4-E7C9D1E5F3E7}" dt="2025-10-21T10:48:24.150" v="67" actId="1076"/>
        <pc:sldMkLst>
          <pc:docMk/>
          <pc:sldMk cId="2702938586" sldId="279"/>
        </pc:sldMkLst>
        <pc:spChg chg="del">
          <ac:chgData name="AHMET CETIN" userId="2e2693f6-b6ea-444e-bae2-ae104160d18b" providerId="ADAL" clId="{D59765AA-A121-4195-91D4-E7C9D1E5F3E7}" dt="2025-10-21T10:48:21.604" v="66" actId="478"/>
          <ac:spMkLst>
            <pc:docMk/>
            <pc:sldMk cId="2702938586" sldId="279"/>
            <ac:spMk id="2" creationId="{D5862014-765E-9EB7-7B0B-C18298980D60}"/>
          </ac:spMkLst>
        </pc:spChg>
        <pc:spChg chg="mod">
          <ac:chgData name="AHMET CETIN" userId="2e2693f6-b6ea-444e-bae2-ae104160d18b" providerId="ADAL" clId="{D59765AA-A121-4195-91D4-E7C9D1E5F3E7}" dt="2025-10-21T10:48:24.150" v="67" actId="1076"/>
          <ac:spMkLst>
            <pc:docMk/>
            <pc:sldMk cId="2702938586" sldId="279"/>
            <ac:spMk id="3" creationId="{53842B6A-BF9B-26CD-3E3D-50CBB30FB1F6}"/>
          </ac:spMkLst>
        </pc:spChg>
      </pc:sldChg>
      <pc:sldChg chg="modSp new mod">
        <pc:chgData name="AHMET CETIN" userId="2e2693f6-b6ea-444e-bae2-ae104160d18b" providerId="ADAL" clId="{D59765AA-A121-4195-91D4-E7C9D1E5F3E7}" dt="2025-10-21T10:50:30.434" v="93" actId="20577"/>
        <pc:sldMkLst>
          <pc:docMk/>
          <pc:sldMk cId="1196868271" sldId="280"/>
        </pc:sldMkLst>
        <pc:spChg chg="mod">
          <ac:chgData name="AHMET CETIN" userId="2e2693f6-b6ea-444e-bae2-ae104160d18b" providerId="ADAL" clId="{D59765AA-A121-4195-91D4-E7C9D1E5F3E7}" dt="2025-10-21T10:49:40.455" v="70" actId="113"/>
          <ac:spMkLst>
            <pc:docMk/>
            <pc:sldMk cId="1196868271" sldId="280"/>
            <ac:spMk id="2" creationId="{51F86633-2E7E-5B51-6E0D-88CB5AEBB8BF}"/>
          </ac:spMkLst>
        </pc:spChg>
        <pc:spChg chg="mod">
          <ac:chgData name="AHMET CETIN" userId="2e2693f6-b6ea-444e-bae2-ae104160d18b" providerId="ADAL" clId="{D59765AA-A121-4195-91D4-E7C9D1E5F3E7}" dt="2025-10-21T10:50:30.434" v="93" actId="20577"/>
          <ac:spMkLst>
            <pc:docMk/>
            <pc:sldMk cId="1196868271" sldId="280"/>
            <ac:spMk id="3" creationId="{B52CF683-DCFF-9CA0-B13D-AF580B321FD8}"/>
          </ac:spMkLst>
        </pc:spChg>
      </pc:sldChg>
      <pc:sldChg chg="delSp modSp new mod">
        <pc:chgData name="AHMET CETIN" userId="2e2693f6-b6ea-444e-bae2-ae104160d18b" providerId="ADAL" clId="{D59765AA-A121-4195-91D4-E7C9D1E5F3E7}" dt="2025-10-21T11:09:19.138" v="111" actId="20577"/>
        <pc:sldMkLst>
          <pc:docMk/>
          <pc:sldMk cId="2085628331" sldId="281"/>
        </pc:sldMkLst>
        <pc:spChg chg="del">
          <ac:chgData name="AHMET CETIN" userId="2e2693f6-b6ea-444e-bae2-ae104160d18b" providerId="ADAL" clId="{D59765AA-A121-4195-91D4-E7C9D1E5F3E7}" dt="2025-10-21T11:07:43.349" v="97" actId="478"/>
          <ac:spMkLst>
            <pc:docMk/>
            <pc:sldMk cId="2085628331" sldId="281"/>
            <ac:spMk id="2" creationId="{BB440317-76F7-6F0D-FA43-CFEF0AE2C94A}"/>
          </ac:spMkLst>
        </pc:spChg>
        <pc:spChg chg="mod">
          <ac:chgData name="AHMET CETIN" userId="2e2693f6-b6ea-444e-bae2-ae104160d18b" providerId="ADAL" clId="{D59765AA-A121-4195-91D4-E7C9D1E5F3E7}" dt="2025-10-21T11:09:19.138" v="111" actId="20577"/>
          <ac:spMkLst>
            <pc:docMk/>
            <pc:sldMk cId="2085628331" sldId="281"/>
            <ac:spMk id="3" creationId="{6246BC05-45F8-31B5-98E9-7CFCBDA590AE}"/>
          </ac:spMkLst>
        </pc:spChg>
      </pc:sldChg>
      <pc:sldChg chg="delSp modSp new mod">
        <pc:chgData name="AHMET CETIN" userId="2e2693f6-b6ea-444e-bae2-ae104160d18b" providerId="ADAL" clId="{D59765AA-A121-4195-91D4-E7C9D1E5F3E7}" dt="2025-10-21T11:10:04.287" v="120" actId="113"/>
        <pc:sldMkLst>
          <pc:docMk/>
          <pc:sldMk cId="751862591" sldId="282"/>
        </pc:sldMkLst>
        <pc:spChg chg="del">
          <ac:chgData name="AHMET CETIN" userId="2e2693f6-b6ea-444e-bae2-ae104160d18b" providerId="ADAL" clId="{D59765AA-A121-4195-91D4-E7C9D1E5F3E7}" dt="2025-10-21T11:09:22.237" v="112" actId="478"/>
          <ac:spMkLst>
            <pc:docMk/>
            <pc:sldMk cId="751862591" sldId="282"/>
            <ac:spMk id="2" creationId="{83861511-BD30-AB5F-6CDD-8218F88EE43D}"/>
          </ac:spMkLst>
        </pc:spChg>
        <pc:spChg chg="mod">
          <ac:chgData name="AHMET CETIN" userId="2e2693f6-b6ea-444e-bae2-ae104160d18b" providerId="ADAL" clId="{D59765AA-A121-4195-91D4-E7C9D1E5F3E7}" dt="2025-10-21T11:10:04.287" v="120" actId="113"/>
          <ac:spMkLst>
            <pc:docMk/>
            <pc:sldMk cId="751862591" sldId="282"/>
            <ac:spMk id="3" creationId="{204BE87D-566F-CB60-29F0-22DB63F3AF42}"/>
          </ac:spMkLst>
        </pc:spChg>
      </pc:sldChg>
      <pc:sldChg chg="delSp modSp new mod">
        <pc:chgData name="AHMET CETIN" userId="2e2693f6-b6ea-444e-bae2-ae104160d18b" providerId="ADAL" clId="{D59765AA-A121-4195-91D4-E7C9D1E5F3E7}" dt="2025-10-21T11:10:31.759" v="125" actId="113"/>
        <pc:sldMkLst>
          <pc:docMk/>
          <pc:sldMk cId="2209463447" sldId="283"/>
        </pc:sldMkLst>
        <pc:spChg chg="del">
          <ac:chgData name="AHMET CETIN" userId="2e2693f6-b6ea-444e-bae2-ae104160d18b" providerId="ADAL" clId="{D59765AA-A121-4195-91D4-E7C9D1E5F3E7}" dt="2025-10-21T11:10:19.640" v="122" actId="478"/>
          <ac:spMkLst>
            <pc:docMk/>
            <pc:sldMk cId="2209463447" sldId="283"/>
            <ac:spMk id="2" creationId="{CA9C8715-254E-1CFB-409B-0059E3BEEF2F}"/>
          </ac:spMkLst>
        </pc:spChg>
        <pc:spChg chg="mod">
          <ac:chgData name="AHMET CETIN" userId="2e2693f6-b6ea-444e-bae2-ae104160d18b" providerId="ADAL" clId="{D59765AA-A121-4195-91D4-E7C9D1E5F3E7}" dt="2025-10-21T11:10:31.759" v="125" actId="113"/>
          <ac:spMkLst>
            <pc:docMk/>
            <pc:sldMk cId="2209463447" sldId="283"/>
            <ac:spMk id="3" creationId="{B5DC0DF9-3A07-5A12-6BFD-38E2254AAD2E}"/>
          </ac:spMkLst>
        </pc:spChg>
      </pc:sldChg>
      <pc:sldChg chg="delSp modSp new mod">
        <pc:chgData name="AHMET CETIN" userId="2e2693f6-b6ea-444e-bae2-ae104160d18b" providerId="ADAL" clId="{D59765AA-A121-4195-91D4-E7C9D1E5F3E7}" dt="2025-10-21T11:10:54.586" v="130" actId="113"/>
        <pc:sldMkLst>
          <pc:docMk/>
          <pc:sldMk cId="2599013424" sldId="284"/>
        </pc:sldMkLst>
        <pc:spChg chg="del">
          <ac:chgData name="AHMET CETIN" userId="2e2693f6-b6ea-444e-bae2-ae104160d18b" providerId="ADAL" clId="{D59765AA-A121-4195-91D4-E7C9D1E5F3E7}" dt="2025-10-21T11:10:46.118" v="127" actId="478"/>
          <ac:spMkLst>
            <pc:docMk/>
            <pc:sldMk cId="2599013424" sldId="284"/>
            <ac:spMk id="2" creationId="{0DEF7287-5DF2-5E17-71EF-7C33DC723129}"/>
          </ac:spMkLst>
        </pc:spChg>
        <pc:spChg chg="mod">
          <ac:chgData name="AHMET CETIN" userId="2e2693f6-b6ea-444e-bae2-ae104160d18b" providerId="ADAL" clId="{D59765AA-A121-4195-91D4-E7C9D1E5F3E7}" dt="2025-10-21T11:10:54.586" v="130" actId="113"/>
          <ac:spMkLst>
            <pc:docMk/>
            <pc:sldMk cId="2599013424" sldId="284"/>
            <ac:spMk id="3" creationId="{1E8CFEB0-3D5E-92B9-8624-387B635B3445}"/>
          </ac:spMkLst>
        </pc:spChg>
      </pc:sldChg>
      <pc:sldChg chg="addSp delSp modSp new mod">
        <pc:chgData name="AHMET CETIN" userId="2e2693f6-b6ea-444e-bae2-ae104160d18b" providerId="ADAL" clId="{D59765AA-A121-4195-91D4-E7C9D1E5F3E7}" dt="2025-10-21T11:12:18.036" v="136" actId="478"/>
        <pc:sldMkLst>
          <pc:docMk/>
          <pc:sldMk cId="612227440" sldId="285"/>
        </pc:sldMkLst>
        <pc:spChg chg="del">
          <ac:chgData name="AHMET CETIN" userId="2e2693f6-b6ea-444e-bae2-ae104160d18b" providerId="ADAL" clId="{D59765AA-A121-4195-91D4-E7C9D1E5F3E7}" dt="2025-10-21T11:12:18.036" v="136" actId="478"/>
          <ac:spMkLst>
            <pc:docMk/>
            <pc:sldMk cId="612227440" sldId="285"/>
            <ac:spMk id="2" creationId="{C55EE194-A374-062A-34D1-2A9DA6D92020}"/>
          </ac:spMkLst>
        </pc:spChg>
        <pc:spChg chg="del">
          <ac:chgData name="AHMET CETIN" userId="2e2693f6-b6ea-444e-bae2-ae104160d18b" providerId="ADAL" clId="{D59765AA-A121-4195-91D4-E7C9D1E5F3E7}" dt="2025-10-21T11:12:08.272" v="132" actId="22"/>
          <ac:spMkLst>
            <pc:docMk/>
            <pc:sldMk cId="612227440" sldId="285"/>
            <ac:spMk id="3" creationId="{E00C7C23-0F1A-1603-74B4-0B3C428ABACF}"/>
          </ac:spMkLst>
        </pc:spChg>
        <pc:picChg chg="add mod ord">
          <ac:chgData name="AHMET CETIN" userId="2e2693f6-b6ea-444e-bae2-ae104160d18b" providerId="ADAL" clId="{D59765AA-A121-4195-91D4-E7C9D1E5F3E7}" dt="2025-10-21T11:12:16.141" v="135" actId="14100"/>
          <ac:picMkLst>
            <pc:docMk/>
            <pc:sldMk cId="612227440" sldId="285"/>
            <ac:picMk id="5" creationId="{24CBAB71-08D2-3C10-C76C-49C8F4BAA9D4}"/>
          </ac:picMkLst>
        </pc:picChg>
      </pc:sldChg>
      <pc:sldChg chg="delSp modSp new mod">
        <pc:chgData name="AHMET CETIN" userId="2e2693f6-b6ea-444e-bae2-ae104160d18b" providerId="ADAL" clId="{D59765AA-A121-4195-91D4-E7C9D1E5F3E7}" dt="2025-10-21T11:13:44.174" v="148" actId="478"/>
        <pc:sldMkLst>
          <pc:docMk/>
          <pc:sldMk cId="1622707906" sldId="286"/>
        </pc:sldMkLst>
        <pc:spChg chg="del">
          <ac:chgData name="AHMET CETIN" userId="2e2693f6-b6ea-444e-bae2-ae104160d18b" providerId="ADAL" clId="{D59765AA-A121-4195-91D4-E7C9D1E5F3E7}" dt="2025-10-21T11:13:44.174" v="148" actId="478"/>
          <ac:spMkLst>
            <pc:docMk/>
            <pc:sldMk cId="1622707906" sldId="286"/>
            <ac:spMk id="2" creationId="{F3F59120-FCCB-18BA-A99B-23FB8D18E045}"/>
          </ac:spMkLst>
        </pc:spChg>
        <pc:spChg chg="mod">
          <ac:chgData name="AHMET CETIN" userId="2e2693f6-b6ea-444e-bae2-ae104160d18b" providerId="ADAL" clId="{D59765AA-A121-4195-91D4-E7C9D1E5F3E7}" dt="2025-10-21T11:13:39.741" v="147" actId="20577"/>
          <ac:spMkLst>
            <pc:docMk/>
            <pc:sldMk cId="1622707906" sldId="286"/>
            <ac:spMk id="3" creationId="{DE1DDEA5-05F4-E1AD-AD7F-B3ECEEF4ADC3}"/>
          </ac:spMkLst>
        </pc:spChg>
      </pc:sldChg>
      <pc:sldChg chg="addSp delSp modSp new mod">
        <pc:chgData name="AHMET CETIN" userId="2e2693f6-b6ea-444e-bae2-ae104160d18b" providerId="ADAL" clId="{D59765AA-A121-4195-91D4-E7C9D1E5F3E7}" dt="2025-10-21T11:14:04.540" v="156" actId="14100"/>
        <pc:sldMkLst>
          <pc:docMk/>
          <pc:sldMk cId="929341693" sldId="287"/>
        </pc:sldMkLst>
        <pc:spChg chg="del">
          <ac:chgData name="AHMET CETIN" userId="2e2693f6-b6ea-444e-bae2-ae104160d18b" providerId="ADAL" clId="{D59765AA-A121-4195-91D4-E7C9D1E5F3E7}" dt="2025-10-21T11:13:56.941" v="153" actId="478"/>
          <ac:spMkLst>
            <pc:docMk/>
            <pc:sldMk cId="929341693" sldId="287"/>
            <ac:spMk id="2" creationId="{D95F05C7-01B4-87A8-2636-76506831453E}"/>
          </ac:spMkLst>
        </pc:spChg>
        <pc:spChg chg="del">
          <ac:chgData name="AHMET CETIN" userId="2e2693f6-b6ea-444e-bae2-ae104160d18b" providerId="ADAL" clId="{D59765AA-A121-4195-91D4-E7C9D1E5F3E7}" dt="2025-10-21T11:13:53.038" v="150" actId="931"/>
          <ac:spMkLst>
            <pc:docMk/>
            <pc:sldMk cId="929341693" sldId="287"/>
            <ac:spMk id="3" creationId="{8C236735-9327-4DA2-83C7-9BD2F3F982B8}"/>
          </ac:spMkLst>
        </pc:spChg>
        <pc:picChg chg="add mod">
          <ac:chgData name="AHMET CETIN" userId="2e2693f6-b6ea-444e-bae2-ae104160d18b" providerId="ADAL" clId="{D59765AA-A121-4195-91D4-E7C9D1E5F3E7}" dt="2025-10-21T11:14:04.540" v="156" actId="14100"/>
          <ac:picMkLst>
            <pc:docMk/>
            <pc:sldMk cId="929341693" sldId="287"/>
            <ac:picMk id="5" creationId="{FA2C297A-394B-CB25-2174-B2493D1BA65E}"/>
          </ac:picMkLst>
        </pc:picChg>
      </pc:sldChg>
      <pc:sldChg chg="modSp new mod">
        <pc:chgData name="AHMET CETIN" userId="2e2693f6-b6ea-444e-bae2-ae104160d18b" providerId="ADAL" clId="{D59765AA-A121-4195-91D4-E7C9D1E5F3E7}" dt="2025-10-21T11:16:02.421" v="190" actId="20577"/>
        <pc:sldMkLst>
          <pc:docMk/>
          <pc:sldMk cId="893578562" sldId="288"/>
        </pc:sldMkLst>
        <pc:spChg chg="mod">
          <ac:chgData name="AHMET CETIN" userId="2e2693f6-b6ea-444e-bae2-ae104160d18b" providerId="ADAL" clId="{D59765AA-A121-4195-91D4-E7C9D1E5F3E7}" dt="2025-10-21T11:14:26.325" v="159" actId="113"/>
          <ac:spMkLst>
            <pc:docMk/>
            <pc:sldMk cId="893578562" sldId="288"/>
            <ac:spMk id="2" creationId="{62F04559-469C-FB42-F8DA-889649FAA739}"/>
          </ac:spMkLst>
        </pc:spChg>
        <pc:spChg chg="mod">
          <ac:chgData name="AHMET CETIN" userId="2e2693f6-b6ea-444e-bae2-ae104160d18b" providerId="ADAL" clId="{D59765AA-A121-4195-91D4-E7C9D1E5F3E7}" dt="2025-10-21T11:16:02.421" v="190" actId="20577"/>
          <ac:spMkLst>
            <pc:docMk/>
            <pc:sldMk cId="893578562" sldId="288"/>
            <ac:spMk id="3" creationId="{AF14EE74-DE30-0815-324E-608506C8919C}"/>
          </ac:spMkLst>
        </pc:spChg>
      </pc:sldChg>
      <pc:sldChg chg="modSp new mod">
        <pc:chgData name="AHMET CETIN" userId="2e2693f6-b6ea-444e-bae2-ae104160d18b" providerId="ADAL" clId="{D59765AA-A121-4195-91D4-E7C9D1E5F3E7}" dt="2025-10-21T11:18:06.264" v="266" actId="20577"/>
        <pc:sldMkLst>
          <pc:docMk/>
          <pc:sldMk cId="1140602194" sldId="289"/>
        </pc:sldMkLst>
        <pc:spChg chg="mod">
          <ac:chgData name="AHMET CETIN" userId="2e2693f6-b6ea-444e-bae2-ae104160d18b" providerId="ADAL" clId="{D59765AA-A121-4195-91D4-E7C9D1E5F3E7}" dt="2025-10-21T11:16:33.278" v="192"/>
          <ac:spMkLst>
            <pc:docMk/>
            <pc:sldMk cId="1140602194" sldId="289"/>
            <ac:spMk id="2" creationId="{2808D415-5D4A-92FA-F06E-EABEC3A3023F}"/>
          </ac:spMkLst>
        </pc:spChg>
        <pc:spChg chg="mod">
          <ac:chgData name="AHMET CETIN" userId="2e2693f6-b6ea-444e-bae2-ae104160d18b" providerId="ADAL" clId="{D59765AA-A121-4195-91D4-E7C9D1E5F3E7}" dt="2025-10-21T11:18:06.264" v="266" actId="20577"/>
          <ac:spMkLst>
            <pc:docMk/>
            <pc:sldMk cId="1140602194" sldId="289"/>
            <ac:spMk id="3" creationId="{C881A731-78D6-D810-9414-6F6062202FF0}"/>
          </ac:spMkLst>
        </pc:spChg>
      </pc:sldChg>
      <pc:sldChg chg="addSp delSp modSp new mod modClrScheme chgLayout">
        <pc:chgData name="AHMET CETIN" userId="2e2693f6-b6ea-444e-bae2-ae104160d18b" providerId="ADAL" clId="{D59765AA-A121-4195-91D4-E7C9D1E5F3E7}" dt="2025-10-21T11:20:17.847" v="319" actId="478"/>
        <pc:sldMkLst>
          <pc:docMk/>
          <pc:sldMk cId="783018050" sldId="290"/>
        </pc:sldMkLst>
        <pc:spChg chg="del">
          <ac:chgData name="AHMET CETIN" userId="2e2693f6-b6ea-444e-bae2-ae104160d18b" providerId="ADAL" clId="{D59765AA-A121-4195-91D4-E7C9D1E5F3E7}" dt="2025-10-21T11:18:44.101" v="270" actId="478"/>
          <ac:spMkLst>
            <pc:docMk/>
            <pc:sldMk cId="783018050" sldId="290"/>
            <ac:spMk id="2" creationId="{13FF3085-CE48-9DBE-B3EE-490E91E81A4A}"/>
          </ac:spMkLst>
        </pc:spChg>
        <pc:spChg chg="mod ord">
          <ac:chgData name="AHMET CETIN" userId="2e2693f6-b6ea-444e-bae2-ae104160d18b" providerId="ADAL" clId="{D59765AA-A121-4195-91D4-E7C9D1E5F3E7}" dt="2025-10-21T11:19:34.092" v="313" actId="108"/>
          <ac:spMkLst>
            <pc:docMk/>
            <pc:sldMk cId="783018050" sldId="290"/>
            <ac:spMk id="3" creationId="{BF7713E1-3BBD-3A6C-3EC0-C467241184DD}"/>
          </ac:spMkLst>
        </pc:spChg>
        <pc:spChg chg="add del mod ord">
          <ac:chgData name="AHMET CETIN" userId="2e2693f6-b6ea-444e-bae2-ae104160d18b" providerId="ADAL" clId="{D59765AA-A121-4195-91D4-E7C9D1E5F3E7}" dt="2025-10-21T11:20:17.847" v="319" actId="478"/>
          <ac:spMkLst>
            <pc:docMk/>
            <pc:sldMk cId="783018050" sldId="290"/>
            <ac:spMk id="4" creationId="{FFB8AEF8-ACB3-ADB6-BF77-0418976FAA42}"/>
          </ac:spMkLst>
        </pc:spChg>
        <pc:spChg chg="add mod ord">
          <ac:chgData name="AHMET CETIN" userId="2e2693f6-b6ea-444e-bae2-ae104160d18b" providerId="ADAL" clId="{D59765AA-A121-4195-91D4-E7C9D1E5F3E7}" dt="2025-10-21T11:20:09.712" v="318" actId="207"/>
          <ac:spMkLst>
            <pc:docMk/>
            <pc:sldMk cId="783018050" sldId="290"/>
            <ac:spMk id="5" creationId="{2515A534-3B2E-3C19-E41E-F734623D2F37}"/>
          </ac:spMkLst>
        </pc:spChg>
      </pc:sldChg>
      <pc:sldChg chg="addSp delSp modSp new mod">
        <pc:chgData name="AHMET CETIN" userId="2e2693f6-b6ea-444e-bae2-ae104160d18b" providerId="ADAL" clId="{D59765AA-A121-4195-91D4-E7C9D1E5F3E7}" dt="2025-10-21T11:21:32.207" v="350" actId="14100"/>
        <pc:sldMkLst>
          <pc:docMk/>
          <pc:sldMk cId="269462116" sldId="291"/>
        </pc:sldMkLst>
        <pc:spChg chg="del">
          <ac:chgData name="AHMET CETIN" userId="2e2693f6-b6ea-444e-bae2-ae104160d18b" providerId="ADAL" clId="{D59765AA-A121-4195-91D4-E7C9D1E5F3E7}" dt="2025-10-21T11:21:11.261" v="344" actId="478"/>
          <ac:spMkLst>
            <pc:docMk/>
            <pc:sldMk cId="269462116" sldId="291"/>
            <ac:spMk id="2" creationId="{224AB63F-FC47-B528-920F-6229FA0E6A6D}"/>
          </ac:spMkLst>
        </pc:spChg>
        <pc:spChg chg="mod">
          <ac:chgData name="AHMET CETIN" userId="2e2693f6-b6ea-444e-bae2-ae104160d18b" providerId="ADAL" clId="{D59765AA-A121-4195-91D4-E7C9D1E5F3E7}" dt="2025-10-21T11:21:04.372" v="343" actId="207"/>
          <ac:spMkLst>
            <pc:docMk/>
            <pc:sldMk cId="269462116" sldId="291"/>
            <ac:spMk id="3" creationId="{22245BB0-9F6C-AC18-7AA0-3DFE7F9CA158}"/>
          </ac:spMkLst>
        </pc:spChg>
        <pc:spChg chg="del mod">
          <ac:chgData name="AHMET CETIN" userId="2e2693f6-b6ea-444e-bae2-ae104160d18b" providerId="ADAL" clId="{D59765AA-A121-4195-91D4-E7C9D1E5F3E7}" dt="2025-10-21T11:21:23.260" v="345" actId="931"/>
          <ac:spMkLst>
            <pc:docMk/>
            <pc:sldMk cId="269462116" sldId="291"/>
            <ac:spMk id="4" creationId="{7DC6D8A3-0566-5C57-553A-E22545D60560}"/>
          </ac:spMkLst>
        </pc:spChg>
        <pc:picChg chg="add mod">
          <ac:chgData name="AHMET CETIN" userId="2e2693f6-b6ea-444e-bae2-ae104160d18b" providerId="ADAL" clId="{D59765AA-A121-4195-91D4-E7C9D1E5F3E7}" dt="2025-10-21T11:21:32.207" v="350" actId="14100"/>
          <ac:picMkLst>
            <pc:docMk/>
            <pc:sldMk cId="269462116" sldId="291"/>
            <ac:picMk id="6" creationId="{6B23D0E9-94AC-3DD9-519A-C4E0501767DD}"/>
          </ac:picMkLst>
        </pc:picChg>
      </pc:sldChg>
    </pc:docChg>
  </pc:docChgLst>
  <pc:docChgLst>
    <pc:chgData name="AHMET CETIN" userId="2e2693f6-b6ea-444e-bae2-ae104160d18b" providerId="ADAL" clId="{6473BBAB-D136-47A8-BB02-0FCB7B752A95}"/>
    <pc:docChg chg="undo custSel addSld modSld">
      <pc:chgData name="AHMET CETIN" userId="2e2693f6-b6ea-444e-bae2-ae104160d18b" providerId="ADAL" clId="{6473BBAB-D136-47A8-BB02-0FCB7B752A95}" dt="2025-10-19T10:19:38.146" v="705" actId="20577"/>
      <pc:docMkLst>
        <pc:docMk/>
      </pc:docMkLst>
      <pc:sldChg chg="modSp new mod">
        <pc:chgData name="AHMET CETIN" userId="2e2693f6-b6ea-444e-bae2-ae104160d18b" providerId="ADAL" clId="{6473BBAB-D136-47A8-BB02-0FCB7B752A95}" dt="2025-10-19T09:32:29.581" v="19" actId="20577"/>
        <pc:sldMkLst>
          <pc:docMk/>
          <pc:sldMk cId="1383573679" sldId="256"/>
        </pc:sldMkLst>
        <pc:spChg chg="mod">
          <ac:chgData name="AHMET CETIN" userId="2e2693f6-b6ea-444e-bae2-ae104160d18b" providerId="ADAL" clId="{6473BBAB-D136-47A8-BB02-0FCB7B752A95}" dt="2025-10-19T09:32:29.581" v="19" actId="20577"/>
          <ac:spMkLst>
            <pc:docMk/>
            <pc:sldMk cId="1383573679" sldId="256"/>
            <ac:spMk id="2" creationId="{D4FFFD58-F14A-7119-2AFA-393D512D178E}"/>
          </ac:spMkLst>
        </pc:spChg>
      </pc:sldChg>
      <pc:sldChg chg="modSp new mod">
        <pc:chgData name="AHMET CETIN" userId="2e2693f6-b6ea-444e-bae2-ae104160d18b" providerId="ADAL" clId="{6473BBAB-D136-47A8-BB02-0FCB7B752A95}" dt="2025-10-19T09:36:48.973" v="46" actId="20577"/>
        <pc:sldMkLst>
          <pc:docMk/>
          <pc:sldMk cId="1022109774" sldId="257"/>
        </pc:sldMkLst>
        <pc:spChg chg="mod">
          <ac:chgData name="AHMET CETIN" userId="2e2693f6-b6ea-444e-bae2-ae104160d18b" providerId="ADAL" clId="{6473BBAB-D136-47A8-BB02-0FCB7B752A95}" dt="2025-10-19T09:32:52.151" v="21"/>
          <ac:spMkLst>
            <pc:docMk/>
            <pc:sldMk cId="1022109774" sldId="257"/>
            <ac:spMk id="2" creationId="{E68F86E1-FD60-5D8E-B302-FAC6C761D539}"/>
          </ac:spMkLst>
        </pc:spChg>
        <pc:spChg chg="mod">
          <ac:chgData name="AHMET CETIN" userId="2e2693f6-b6ea-444e-bae2-ae104160d18b" providerId="ADAL" clId="{6473BBAB-D136-47A8-BB02-0FCB7B752A95}" dt="2025-10-19T09:36:48.973" v="46" actId="20577"/>
          <ac:spMkLst>
            <pc:docMk/>
            <pc:sldMk cId="1022109774" sldId="257"/>
            <ac:spMk id="3" creationId="{D2043CD2-775F-DACF-46EF-E3A303D0604E}"/>
          </ac:spMkLst>
        </pc:spChg>
      </pc:sldChg>
      <pc:sldChg chg="delSp modSp new mod">
        <pc:chgData name="AHMET CETIN" userId="2e2693f6-b6ea-444e-bae2-ae104160d18b" providerId="ADAL" clId="{6473BBAB-D136-47A8-BB02-0FCB7B752A95}" dt="2025-10-19T09:38:34.482" v="60" actId="1076"/>
        <pc:sldMkLst>
          <pc:docMk/>
          <pc:sldMk cId="2694984818" sldId="258"/>
        </pc:sldMkLst>
        <pc:spChg chg="mod">
          <ac:chgData name="AHMET CETIN" userId="2e2693f6-b6ea-444e-bae2-ae104160d18b" providerId="ADAL" clId="{6473BBAB-D136-47A8-BB02-0FCB7B752A95}" dt="2025-10-19T09:38:34.482" v="60" actId="1076"/>
          <ac:spMkLst>
            <pc:docMk/>
            <pc:sldMk cId="2694984818" sldId="258"/>
            <ac:spMk id="3" creationId="{629CF582-9586-7DF8-2FB1-C2568EFD5E1F}"/>
          </ac:spMkLst>
        </pc:spChg>
      </pc:sldChg>
      <pc:sldChg chg="modSp new mod">
        <pc:chgData name="AHMET CETIN" userId="2e2693f6-b6ea-444e-bae2-ae104160d18b" providerId="ADAL" clId="{6473BBAB-D136-47A8-BB02-0FCB7B752A95}" dt="2025-10-19T09:40:08.926" v="82" actId="20577"/>
        <pc:sldMkLst>
          <pc:docMk/>
          <pc:sldMk cId="1515555652" sldId="259"/>
        </pc:sldMkLst>
        <pc:spChg chg="mod">
          <ac:chgData name="AHMET CETIN" userId="2e2693f6-b6ea-444e-bae2-ae104160d18b" providerId="ADAL" clId="{6473BBAB-D136-47A8-BB02-0FCB7B752A95}" dt="2025-10-19T09:38:45.064" v="62"/>
          <ac:spMkLst>
            <pc:docMk/>
            <pc:sldMk cId="1515555652" sldId="259"/>
            <ac:spMk id="2" creationId="{0C13C5D9-859E-261B-BAD8-322BB9C8396C}"/>
          </ac:spMkLst>
        </pc:spChg>
        <pc:spChg chg="mod">
          <ac:chgData name="AHMET CETIN" userId="2e2693f6-b6ea-444e-bae2-ae104160d18b" providerId="ADAL" clId="{6473BBAB-D136-47A8-BB02-0FCB7B752A95}" dt="2025-10-19T09:40:08.926" v="82" actId="20577"/>
          <ac:spMkLst>
            <pc:docMk/>
            <pc:sldMk cId="1515555652" sldId="259"/>
            <ac:spMk id="3" creationId="{A5B35959-472D-EB8C-DF92-BC2BC1141BDE}"/>
          </ac:spMkLst>
        </pc:spChg>
      </pc:sldChg>
      <pc:sldChg chg="delSp modSp new mod">
        <pc:chgData name="AHMET CETIN" userId="2e2693f6-b6ea-444e-bae2-ae104160d18b" providerId="ADAL" clId="{6473BBAB-D136-47A8-BB02-0FCB7B752A95}" dt="2025-10-19T09:42:04.481" v="121" actId="20577"/>
        <pc:sldMkLst>
          <pc:docMk/>
          <pc:sldMk cId="288571628" sldId="260"/>
        </pc:sldMkLst>
        <pc:spChg chg="mod">
          <ac:chgData name="AHMET CETIN" userId="2e2693f6-b6ea-444e-bae2-ae104160d18b" providerId="ADAL" clId="{6473BBAB-D136-47A8-BB02-0FCB7B752A95}" dt="2025-10-19T09:42:04.481" v="121" actId="20577"/>
          <ac:spMkLst>
            <pc:docMk/>
            <pc:sldMk cId="288571628" sldId="260"/>
            <ac:spMk id="3" creationId="{F4D5EE21-190B-8459-EDA3-BA5BB8F1DC75}"/>
          </ac:spMkLst>
        </pc:spChg>
      </pc:sldChg>
      <pc:sldChg chg="modSp new mod">
        <pc:chgData name="AHMET CETIN" userId="2e2693f6-b6ea-444e-bae2-ae104160d18b" providerId="ADAL" clId="{6473BBAB-D136-47A8-BB02-0FCB7B752A95}" dt="2025-10-19T09:43:16.711" v="142" actId="20577"/>
        <pc:sldMkLst>
          <pc:docMk/>
          <pc:sldMk cId="2275935565" sldId="261"/>
        </pc:sldMkLst>
        <pc:spChg chg="mod">
          <ac:chgData name="AHMET CETIN" userId="2e2693f6-b6ea-444e-bae2-ae104160d18b" providerId="ADAL" clId="{6473BBAB-D136-47A8-BB02-0FCB7B752A95}" dt="2025-10-19T09:42:14.205" v="123"/>
          <ac:spMkLst>
            <pc:docMk/>
            <pc:sldMk cId="2275935565" sldId="261"/>
            <ac:spMk id="2" creationId="{930BDE32-F850-669D-87CF-393CCD5E8EBD}"/>
          </ac:spMkLst>
        </pc:spChg>
        <pc:spChg chg="mod">
          <ac:chgData name="AHMET CETIN" userId="2e2693f6-b6ea-444e-bae2-ae104160d18b" providerId="ADAL" clId="{6473BBAB-D136-47A8-BB02-0FCB7B752A95}" dt="2025-10-19T09:43:16.711" v="142" actId="20577"/>
          <ac:spMkLst>
            <pc:docMk/>
            <pc:sldMk cId="2275935565" sldId="261"/>
            <ac:spMk id="3" creationId="{7CDDB5AB-5A57-C2D4-46EB-D3BD34A83ED9}"/>
          </ac:spMkLst>
        </pc:spChg>
      </pc:sldChg>
      <pc:sldChg chg="delSp modSp new mod">
        <pc:chgData name="AHMET CETIN" userId="2e2693f6-b6ea-444e-bae2-ae104160d18b" providerId="ADAL" clId="{6473BBAB-D136-47A8-BB02-0FCB7B752A95}" dt="2025-10-19T09:44:33.075" v="165" actId="478"/>
        <pc:sldMkLst>
          <pc:docMk/>
          <pc:sldMk cId="1449720332" sldId="262"/>
        </pc:sldMkLst>
        <pc:spChg chg="mod">
          <ac:chgData name="AHMET CETIN" userId="2e2693f6-b6ea-444e-bae2-ae104160d18b" providerId="ADAL" clId="{6473BBAB-D136-47A8-BB02-0FCB7B752A95}" dt="2025-10-19T09:44:28.463" v="164" actId="20577"/>
          <ac:spMkLst>
            <pc:docMk/>
            <pc:sldMk cId="1449720332" sldId="262"/>
            <ac:spMk id="3" creationId="{842C375C-047F-2F24-DF16-08497908F4D2}"/>
          </ac:spMkLst>
        </pc:spChg>
      </pc:sldChg>
      <pc:sldChg chg="modSp new mod">
        <pc:chgData name="AHMET CETIN" userId="2e2693f6-b6ea-444e-bae2-ae104160d18b" providerId="ADAL" clId="{6473BBAB-D136-47A8-BB02-0FCB7B752A95}" dt="2025-10-19T09:47:33.586" v="319" actId="20577"/>
        <pc:sldMkLst>
          <pc:docMk/>
          <pc:sldMk cId="4256057257" sldId="263"/>
        </pc:sldMkLst>
        <pc:spChg chg="mod">
          <ac:chgData name="AHMET CETIN" userId="2e2693f6-b6ea-444e-bae2-ae104160d18b" providerId="ADAL" clId="{6473BBAB-D136-47A8-BB02-0FCB7B752A95}" dt="2025-10-19T09:47:33.586" v="319" actId="20577"/>
          <ac:spMkLst>
            <pc:docMk/>
            <pc:sldMk cId="4256057257" sldId="263"/>
            <ac:spMk id="3" creationId="{0546A3C5-9AC9-E235-B8E5-72E46F4B8C56}"/>
          </ac:spMkLst>
        </pc:spChg>
      </pc:sldChg>
      <pc:sldChg chg="modSp new mod">
        <pc:chgData name="AHMET CETIN" userId="2e2693f6-b6ea-444e-bae2-ae104160d18b" providerId="ADAL" clId="{6473BBAB-D136-47A8-BB02-0FCB7B752A95}" dt="2025-10-19T09:49:59.905" v="407" actId="20577"/>
        <pc:sldMkLst>
          <pc:docMk/>
          <pc:sldMk cId="1220279592" sldId="264"/>
        </pc:sldMkLst>
        <pc:spChg chg="mod">
          <ac:chgData name="AHMET CETIN" userId="2e2693f6-b6ea-444e-bae2-ae104160d18b" providerId="ADAL" clId="{6473BBAB-D136-47A8-BB02-0FCB7B752A95}" dt="2025-10-19T09:47:49.967" v="321"/>
          <ac:spMkLst>
            <pc:docMk/>
            <pc:sldMk cId="1220279592" sldId="264"/>
            <ac:spMk id="2" creationId="{ED155560-281E-9093-240A-AAF5B0799A99}"/>
          </ac:spMkLst>
        </pc:spChg>
        <pc:spChg chg="mod">
          <ac:chgData name="AHMET CETIN" userId="2e2693f6-b6ea-444e-bae2-ae104160d18b" providerId="ADAL" clId="{6473BBAB-D136-47A8-BB02-0FCB7B752A95}" dt="2025-10-19T09:49:59.905" v="407" actId="20577"/>
          <ac:spMkLst>
            <pc:docMk/>
            <pc:sldMk cId="1220279592" sldId="264"/>
            <ac:spMk id="3" creationId="{C2AB29E5-1784-A974-9347-4994CF1EF05D}"/>
          </ac:spMkLst>
        </pc:spChg>
      </pc:sldChg>
      <pc:sldChg chg="modSp new mod">
        <pc:chgData name="AHMET CETIN" userId="2e2693f6-b6ea-444e-bae2-ae104160d18b" providerId="ADAL" clId="{6473BBAB-D136-47A8-BB02-0FCB7B752A95}" dt="2025-10-19T09:51:18.500" v="443" actId="14100"/>
        <pc:sldMkLst>
          <pc:docMk/>
          <pc:sldMk cId="2723442556" sldId="265"/>
        </pc:sldMkLst>
        <pc:spChg chg="mod">
          <ac:chgData name="AHMET CETIN" userId="2e2693f6-b6ea-444e-bae2-ae104160d18b" providerId="ADAL" clId="{6473BBAB-D136-47A8-BB02-0FCB7B752A95}" dt="2025-10-19T09:50:11.895" v="409"/>
          <ac:spMkLst>
            <pc:docMk/>
            <pc:sldMk cId="2723442556" sldId="265"/>
            <ac:spMk id="2" creationId="{E9831CC4-CBD8-3F96-7D0C-0AC69E4FC491}"/>
          </ac:spMkLst>
        </pc:spChg>
        <pc:spChg chg="mod">
          <ac:chgData name="AHMET CETIN" userId="2e2693f6-b6ea-444e-bae2-ae104160d18b" providerId="ADAL" clId="{6473BBAB-D136-47A8-BB02-0FCB7B752A95}" dt="2025-10-19T09:51:18.500" v="443" actId="14100"/>
          <ac:spMkLst>
            <pc:docMk/>
            <pc:sldMk cId="2723442556" sldId="265"/>
            <ac:spMk id="3" creationId="{C9C7D5A5-776D-42CF-7BA1-0439665F0153}"/>
          </ac:spMkLst>
        </pc:spChg>
      </pc:sldChg>
      <pc:sldChg chg="delSp modSp new mod">
        <pc:chgData name="AHMET CETIN" userId="2e2693f6-b6ea-444e-bae2-ae104160d18b" providerId="ADAL" clId="{6473BBAB-D136-47A8-BB02-0FCB7B752A95}" dt="2025-10-19T09:53:13.807" v="481" actId="20577"/>
        <pc:sldMkLst>
          <pc:docMk/>
          <pc:sldMk cId="2701037702" sldId="266"/>
        </pc:sldMkLst>
        <pc:spChg chg="mod">
          <ac:chgData name="AHMET CETIN" userId="2e2693f6-b6ea-444e-bae2-ae104160d18b" providerId="ADAL" clId="{6473BBAB-D136-47A8-BB02-0FCB7B752A95}" dt="2025-10-19T09:53:13.807" v="481" actId="20577"/>
          <ac:spMkLst>
            <pc:docMk/>
            <pc:sldMk cId="2701037702" sldId="266"/>
            <ac:spMk id="3" creationId="{349F5EB0-1E44-CAB9-D955-52A8CFCE9983}"/>
          </ac:spMkLst>
        </pc:spChg>
      </pc:sldChg>
      <pc:sldChg chg="delSp modSp new mod">
        <pc:chgData name="AHMET CETIN" userId="2e2693f6-b6ea-444e-bae2-ae104160d18b" providerId="ADAL" clId="{6473BBAB-D136-47A8-BB02-0FCB7B752A95}" dt="2025-10-19T09:54:02.073" v="495" actId="478"/>
        <pc:sldMkLst>
          <pc:docMk/>
          <pc:sldMk cId="1453027098" sldId="267"/>
        </pc:sldMkLst>
        <pc:spChg chg="mod">
          <ac:chgData name="AHMET CETIN" userId="2e2693f6-b6ea-444e-bae2-ae104160d18b" providerId="ADAL" clId="{6473BBAB-D136-47A8-BB02-0FCB7B752A95}" dt="2025-10-19T09:53:58.676" v="494"/>
          <ac:spMkLst>
            <pc:docMk/>
            <pc:sldMk cId="1453027098" sldId="267"/>
            <ac:spMk id="3" creationId="{0E331EB9-274F-4DEE-ABED-455C2E227585}"/>
          </ac:spMkLst>
        </pc:spChg>
      </pc:sldChg>
      <pc:sldChg chg="modSp new mod">
        <pc:chgData name="AHMET CETIN" userId="2e2693f6-b6ea-444e-bae2-ae104160d18b" providerId="ADAL" clId="{6473BBAB-D136-47A8-BB02-0FCB7B752A95}" dt="2025-10-19T09:54:51.175" v="509" actId="20577"/>
        <pc:sldMkLst>
          <pc:docMk/>
          <pc:sldMk cId="622599776" sldId="268"/>
        </pc:sldMkLst>
        <pc:spChg chg="mod">
          <ac:chgData name="AHMET CETIN" userId="2e2693f6-b6ea-444e-bae2-ae104160d18b" providerId="ADAL" clId="{6473BBAB-D136-47A8-BB02-0FCB7B752A95}" dt="2025-10-19T09:54:17.364" v="497"/>
          <ac:spMkLst>
            <pc:docMk/>
            <pc:sldMk cId="622599776" sldId="268"/>
            <ac:spMk id="2" creationId="{106B9FEC-018E-8189-241B-F6A19412E66F}"/>
          </ac:spMkLst>
        </pc:spChg>
        <pc:spChg chg="mod">
          <ac:chgData name="AHMET CETIN" userId="2e2693f6-b6ea-444e-bae2-ae104160d18b" providerId="ADAL" clId="{6473BBAB-D136-47A8-BB02-0FCB7B752A95}" dt="2025-10-19T09:54:51.175" v="509" actId="20577"/>
          <ac:spMkLst>
            <pc:docMk/>
            <pc:sldMk cId="622599776" sldId="268"/>
            <ac:spMk id="3" creationId="{E274CFD1-755F-E387-A8DD-483DAC4868D8}"/>
          </ac:spMkLst>
        </pc:spChg>
      </pc:sldChg>
      <pc:sldChg chg="delSp modSp new mod">
        <pc:chgData name="AHMET CETIN" userId="2e2693f6-b6ea-444e-bae2-ae104160d18b" providerId="ADAL" clId="{6473BBAB-D136-47A8-BB02-0FCB7B752A95}" dt="2025-10-19T09:56:37.781" v="539" actId="20577"/>
        <pc:sldMkLst>
          <pc:docMk/>
          <pc:sldMk cId="1602811600" sldId="269"/>
        </pc:sldMkLst>
        <pc:spChg chg="mod">
          <ac:chgData name="AHMET CETIN" userId="2e2693f6-b6ea-444e-bae2-ae104160d18b" providerId="ADAL" clId="{6473BBAB-D136-47A8-BB02-0FCB7B752A95}" dt="2025-10-19T09:56:37.781" v="539" actId="20577"/>
          <ac:spMkLst>
            <pc:docMk/>
            <pc:sldMk cId="1602811600" sldId="269"/>
            <ac:spMk id="3" creationId="{FBEECC23-747A-1483-93FF-C884802EB76B}"/>
          </ac:spMkLst>
        </pc:spChg>
      </pc:sldChg>
      <pc:sldChg chg="delSp modSp new mod">
        <pc:chgData name="AHMET CETIN" userId="2e2693f6-b6ea-444e-bae2-ae104160d18b" providerId="ADAL" clId="{6473BBAB-D136-47A8-BB02-0FCB7B752A95}" dt="2025-10-19T09:57:41.859" v="565" actId="20577"/>
        <pc:sldMkLst>
          <pc:docMk/>
          <pc:sldMk cId="3567220358" sldId="270"/>
        </pc:sldMkLst>
        <pc:spChg chg="mod">
          <ac:chgData name="AHMET CETIN" userId="2e2693f6-b6ea-444e-bae2-ae104160d18b" providerId="ADAL" clId="{6473BBAB-D136-47A8-BB02-0FCB7B752A95}" dt="2025-10-19T09:57:41.859" v="565" actId="20577"/>
          <ac:spMkLst>
            <pc:docMk/>
            <pc:sldMk cId="3567220358" sldId="270"/>
            <ac:spMk id="3" creationId="{8FE04208-F87C-468F-8B53-8B4E921FF21B}"/>
          </ac:spMkLst>
        </pc:spChg>
      </pc:sldChg>
      <pc:sldChg chg="delSp modSp new mod">
        <pc:chgData name="AHMET CETIN" userId="2e2693f6-b6ea-444e-bae2-ae104160d18b" providerId="ADAL" clId="{6473BBAB-D136-47A8-BB02-0FCB7B752A95}" dt="2025-10-19T09:58:20.708" v="582" actId="20577"/>
        <pc:sldMkLst>
          <pc:docMk/>
          <pc:sldMk cId="989422644" sldId="271"/>
        </pc:sldMkLst>
        <pc:spChg chg="mod">
          <ac:chgData name="AHMET CETIN" userId="2e2693f6-b6ea-444e-bae2-ae104160d18b" providerId="ADAL" clId="{6473BBAB-D136-47A8-BB02-0FCB7B752A95}" dt="2025-10-19T09:58:20.708" v="582" actId="20577"/>
          <ac:spMkLst>
            <pc:docMk/>
            <pc:sldMk cId="989422644" sldId="271"/>
            <ac:spMk id="3" creationId="{79BC4B62-E44D-6143-0DB4-B91C19CB342D}"/>
          </ac:spMkLst>
        </pc:spChg>
      </pc:sldChg>
      <pc:sldChg chg="delSp modSp new mod">
        <pc:chgData name="AHMET CETIN" userId="2e2693f6-b6ea-444e-bae2-ae104160d18b" providerId="ADAL" clId="{6473BBAB-D136-47A8-BB02-0FCB7B752A95}" dt="2025-10-19T09:59:34.181" v="623" actId="27636"/>
        <pc:sldMkLst>
          <pc:docMk/>
          <pc:sldMk cId="1315204912" sldId="272"/>
        </pc:sldMkLst>
        <pc:spChg chg="mod">
          <ac:chgData name="AHMET CETIN" userId="2e2693f6-b6ea-444e-bae2-ae104160d18b" providerId="ADAL" clId="{6473BBAB-D136-47A8-BB02-0FCB7B752A95}" dt="2025-10-19T09:59:34.181" v="623" actId="27636"/>
          <ac:spMkLst>
            <pc:docMk/>
            <pc:sldMk cId="1315204912" sldId="272"/>
            <ac:spMk id="3" creationId="{00279281-078E-8868-7D96-57AD3687C8D1}"/>
          </ac:spMkLst>
        </pc:spChg>
      </pc:sldChg>
      <pc:sldChg chg="delSp modSp new mod">
        <pc:chgData name="AHMET CETIN" userId="2e2693f6-b6ea-444e-bae2-ae104160d18b" providerId="ADAL" clId="{6473BBAB-D136-47A8-BB02-0FCB7B752A95}" dt="2025-10-19T10:00:53.422" v="642" actId="478"/>
        <pc:sldMkLst>
          <pc:docMk/>
          <pc:sldMk cId="2885181492" sldId="273"/>
        </pc:sldMkLst>
        <pc:spChg chg="mod">
          <ac:chgData name="AHMET CETIN" userId="2e2693f6-b6ea-444e-bae2-ae104160d18b" providerId="ADAL" clId="{6473BBAB-D136-47A8-BB02-0FCB7B752A95}" dt="2025-10-19T10:00:28.016" v="641" actId="20577"/>
          <ac:spMkLst>
            <pc:docMk/>
            <pc:sldMk cId="2885181492" sldId="273"/>
            <ac:spMk id="3" creationId="{926E97F0-9CFE-E5FC-DC6D-940F79A83D68}"/>
          </ac:spMkLst>
        </pc:spChg>
      </pc:sldChg>
      <pc:sldChg chg="addSp delSp modSp new mod modClrScheme chgLayout">
        <pc:chgData name="AHMET CETIN" userId="2e2693f6-b6ea-444e-bae2-ae104160d18b" providerId="ADAL" clId="{6473BBAB-D136-47A8-BB02-0FCB7B752A95}" dt="2025-10-19T10:02:52.907" v="662" actId="14100"/>
        <pc:sldMkLst>
          <pc:docMk/>
          <pc:sldMk cId="3240900594" sldId="274"/>
        </pc:sldMkLst>
        <pc:spChg chg="mod ord">
          <ac:chgData name="AHMET CETIN" userId="2e2693f6-b6ea-444e-bae2-ae104160d18b" providerId="ADAL" clId="{6473BBAB-D136-47A8-BB02-0FCB7B752A95}" dt="2025-10-19T10:01:20.746" v="645" actId="700"/>
          <ac:spMkLst>
            <pc:docMk/>
            <pc:sldMk cId="3240900594" sldId="274"/>
            <ac:spMk id="2" creationId="{85B5374F-6DDD-B47A-0623-48AB754839C1}"/>
          </ac:spMkLst>
        </pc:spChg>
        <pc:spChg chg="add mod ord">
          <ac:chgData name="AHMET CETIN" userId="2e2693f6-b6ea-444e-bae2-ae104160d18b" providerId="ADAL" clId="{6473BBAB-D136-47A8-BB02-0FCB7B752A95}" dt="2025-10-19T10:02:23.541" v="656" actId="14100"/>
          <ac:spMkLst>
            <pc:docMk/>
            <pc:sldMk cId="3240900594" sldId="274"/>
            <ac:spMk id="4" creationId="{682104B7-6502-AF28-A3C2-80E1425E0118}"/>
          </ac:spMkLst>
        </pc:spChg>
        <pc:picChg chg="add mod ord">
          <ac:chgData name="AHMET CETIN" userId="2e2693f6-b6ea-444e-bae2-ae104160d18b" providerId="ADAL" clId="{6473BBAB-D136-47A8-BB02-0FCB7B752A95}" dt="2025-10-19T10:02:52.907" v="662" actId="14100"/>
          <ac:picMkLst>
            <pc:docMk/>
            <pc:sldMk cId="3240900594" sldId="274"/>
            <ac:picMk id="7" creationId="{3FDFB6DE-CF54-D70E-C190-14C2FB31D57D}"/>
          </ac:picMkLst>
        </pc:picChg>
      </pc:sldChg>
      <pc:sldChg chg="addSp delSp modSp new mod modClrScheme chgLayout">
        <pc:chgData name="AHMET CETIN" userId="2e2693f6-b6ea-444e-bae2-ae104160d18b" providerId="ADAL" clId="{6473BBAB-D136-47A8-BB02-0FCB7B752A95}" dt="2025-10-19T10:04:32.259" v="674" actId="14100"/>
        <pc:sldMkLst>
          <pc:docMk/>
          <pc:sldMk cId="2429138583" sldId="275"/>
        </pc:sldMkLst>
        <pc:spChg chg="add mod ord">
          <ac:chgData name="AHMET CETIN" userId="2e2693f6-b6ea-444e-bae2-ae104160d18b" providerId="ADAL" clId="{6473BBAB-D136-47A8-BB02-0FCB7B752A95}" dt="2025-10-19T10:04:32.259" v="674" actId="14100"/>
          <ac:spMkLst>
            <pc:docMk/>
            <pc:sldMk cId="2429138583" sldId="275"/>
            <ac:spMk id="6" creationId="{C8B55DC3-B0BB-1A63-3856-BFC8FAD39215}"/>
          </ac:spMkLst>
        </pc:spChg>
      </pc:sldChg>
      <pc:sldChg chg="modSp new mod">
        <pc:chgData name="AHMET CETIN" userId="2e2693f6-b6ea-444e-bae2-ae104160d18b" providerId="ADAL" clId="{6473BBAB-D136-47A8-BB02-0FCB7B752A95}" dt="2025-10-19T10:19:38.146" v="705" actId="20577"/>
        <pc:sldMkLst>
          <pc:docMk/>
          <pc:sldMk cId="3341528068" sldId="276"/>
        </pc:sldMkLst>
        <pc:spChg chg="mod">
          <ac:chgData name="AHMET CETIN" userId="2e2693f6-b6ea-444e-bae2-ae104160d18b" providerId="ADAL" clId="{6473BBAB-D136-47A8-BB02-0FCB7B752A95}" dt="2025-10-19T10:04:43.167" v="676"/>
          <ac:spMkLst>
            <pc:docMk/>
            <pc:sldMk cId="3341528068" sldId="276"/>
            <ac:spMk id="2" creationId="{2E7AEF8B-23B7-282E-7A3E-909F3552D101}"/>
          </ac:spMkLst>
        </pc:spChg>
        <pc:spChg chg="mod">
          <ac:chgData name="AHMET CETIN" userId="2e2693f6-b6ea-444e-bae2-ae104160d18b" providerId="ADAL" clId="{6473BBAB-D136-47A8-BB02-0FCB7B752A95}" dt="2025-10-19T10:19:38.146" v="705" actId="20577"/>
          <ac:spMkLst>
            <pc:docMk/>
            <pc:sldMk cId="3341528068" sldId="276"/>
            <ac:spMk id="3" creationId="{40C81F6E-A3D0-94F8-75CA-2458750F74C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93CD546-ECA5-78FE-B3B4-D0329D2A08B3}"/>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2A0CA1D2-6A80-4C85-4426-BA843C7FDE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6BD121D7-BF0D-671C-FBCB-FE587A3E8566}"/>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5" name="Alt Bilgi Yer Tutucusu 4">
            <a:extLst>
              <a:ext uri="{FF2B5EF4-FFF2-40B4-BE49-F238E27FC236}">
                <a16:creationId xmlns:a16="http://schemas.microsoft.com/office/drawing/2014/main" id="{C90A3905-467F-76FB-834A-D04C8102BCA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20CA3A5-9D66-4441-E689-E7201770FBE9}"/>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2491251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0F7269-BF25-92FA-49DA-C8D1D8E3458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4188FFB-B889-36D4-D65C-C11EAF19F0E9}"/>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32C8FED-324C-9879-C0AA-54220B102D20}"/>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5" name="Alt Bilgi Yer Tutucusu 4">
            <a:extLst>
              <a:ext uri="{FF2B5EF4-FFF2-40B4-BE49-F238E27FC236}">
                <a16:creationId xmlns:a16="http://schemas.microsoft.com/office/drawing/2014/main" id="{574C79F1-FD0E-8DFB-CDA7-27F0F3C32A6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55C2C2A-F916-1348-8744-EADB774BDD6C}"/>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251605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5B31420-5C8B-C87E-535A-609B4464A2A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E2D356A5-57F1-0E8F-6757-B8B2D6138F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945A29B-2970-9735-5EF4-A3D33787C062}"/>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5" name="Alt Bilgi Yer Tutucusu 4">
            <a:extLst>
              <a:ext uri="{FF2B5EF4-FFF2-40B4-BE49-F238E27FC236}">
                <a16:creationId xmlns:a16="http://schemas.microsoft.com/office/drawing/2014/main" id="{3CCBF9D1-44FE-1622-5E98-25C8E14AED6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B56D998-F39C-CC46-EA3F-0D619FBAC5BF}"/>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2455972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71C1418-3252-603D-0F88-AE924112B27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5CC7117-36D4-F90B-09DE-0348F137270A}"/>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861AC25A-C947-4B8C-55F5-9F70CFAD72D4}"/>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B6423681-9132-5337-ABFB-37F12B549039}"/>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6" name="Alt Bilgi Yer Tutucusu 5">
            <a:extLst>
              <a:ext uri="{FF2B5EF4-FFF2-40B4-BE49-F238E27FC236}">
                <a16:creationId xmlns:a16="http://schemas.microsoft.com/office/drawing/2014/main" id="{F95CAACB-9FF1-19F5-8429-73143CDF6AC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9EC81B5-72C9-C4EA-D370-A9A11FAE62DE}"/>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2643540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6E2E1D-E3C3-57CC-139B-8CA3876B5D1F}"/>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EAC9F2B8-50F0-EF82-C540-C12EC7FA6C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47C7A034-D44E-9D2A-E3F4-9F9C07D0CC59}"/>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3645256C-48E9-6B14-3962-C176693E1A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4FF9CC49-9874-D550-E34F-0A622A4FD694}"/>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2EC3D553-8301-7092-68C8-1142ABAD7CAA}"/>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8" name="Alt Bilgi Yer Tutucusu 7">
            <a:extLst>
              <a:ext uri="{FF2B5EF4-FFF2-40B4-BE49-F238E27FC236}">
                <a16:creationId xmlns:a16="http://schemas.microsoft.com/office/drawing/2014/main" id="{76973828-2CD5-4E17-EA85-671EDDAAD271}"/>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F92D5FB1-0626-9D68-AD91-3078A7B51D7D}"/>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2046293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834DC2-F70B-E094-895A-46F05D696618}"/>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84B704AE-D79B-BFD5-CC99-0A484001532E}"/>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4" name="Alt Bilgi Yer Tutucusu 3">
            <a:extLst>
              <a:ext uri="{FF2B5EF4-FFF2-40B4-BE49-F238E27FC236}">
                <a16:creationId xmlns:a16="http://schemas.microsoft.com/office/drawing/2014/main" id="{091E560A-2D0D-BEE8-28A9-0FFD5607D833}"/>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3085B30C-025B-A02C-6E47-09D81A1BB292}"/>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393152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70FC6240-8430-DD68-93C5-E9A18F4E38D8}"/>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3" name="Alt Bilgi Yer Tutucusu 2">
            <a:extLst>
              <a:ext uri="{FF2B5EF4-FFF2-40B4-BE49-F238E27FC236}">
                <a16:creationId xmlns:a16="http://schemas.microsoft.com/office/drawing/2014/main" id="{9417252A-76AD-375B-34C4-C6F367D56DA5}"/>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5B2A260D-62DB-C92D-9218-7A68208CB2BA}"/>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386446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43813A-140F-8E89-B046-ED5F92E522AF}"/>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A00D05B6-7B2E-7319-4CF0-4AA04E9C12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792CED67-6982-05BE-3D50-F9E394F07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0D99A95-4DF6-B0A7-A7B4-72220F600F6A}"/>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6" name="Alt Bilgi Yer Tutucusu 5">
            <a:extLst>
              <a:ext uri="{FF2B5EF4-FFF2-40B4-BE49-F238E27FC236}">
                <a16:creationId xmlns:a16="http://schemas.microsoft.com/office/drawing/2014/main" id="{39208DAF-94CD-BCD6-16C9-D15BE2B6D13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CE5DD82-2DC0-16C4-59A5-5E8D5D02F75F}"/>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389350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14484C-0866-527E-9D6F-8ABAFCFBD11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427A103B-AC6D-7F2A-692E-4B12A5B48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B0831D35-62DF-4860-DB2E-47396247EC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B21722B-A182-3B7A-88B1-9627646C5B00}"/>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6" name="Alt Bilgi Yer Tutucusu 5">
            <a:extLst>
              <a:ext uri="{FF2B5EF4-FFF2-40B4-BE49-F238E27FC236}">
                <a16:creationId xmlns:a16="http://schemas.microsoft.com/office/drawing/2014/main" id="{08D36F1C-2608-9B34-4E35-DF5B3737D46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BAC5C9-9033-A51C-E5CD-AAEE3B9D6D14}"/>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847312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94452F-88EF-C717-DD37-D7CC61B97DA7}"/>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256A7A6F-23DB-7F42-9009-61EE12B35EDD}"/>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E2C2A42-E53C-5457-1CF6-76901C55D8D5}"/>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5" name="Alt Bilgi Yer Tutucusu 4">
            <a:extLst>
              <a:ext uri="{FF2B5EF4-FFF2-40B4-BE49-F238E27FC236}">
                <a16:creationId xmlns:a16="http://schemas.microsoft.com/office/drawing/2014/main" id="{DFB152C1-3E9E-2086-36CF-81D4CF4EE81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4C1450E-4B34-14CF-B2DA-A15CE71A71D6}"/>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2112838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8FCA5B0D-6A22-A15A-E229-53434F76CA61}"/>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3FDF1D4-9B03-ACBF-AAE2-6C6C9C77800E}"/>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255E9AD-35A2-7E4B-5453-3B7464DE0AC5}"/>
              </a:ext>
            </a:extLst>
          </p:cNvPr>
          <p:cNvSpPr>
            <a:spLocks noGrp="1"/>
          </p:cNvSpPr>
          <p:nvPr>
            <p:ph type="dt" sz="half" idx="10"/>
          </p:nvPr>
        </p:nvSpPr>
        <p:spPr/>
        <p:txBody>
          <a:bodyPr/>
          <a:lstStyle/>
          <a:p>
            <a:fld id="{94F5F674-6DA4-43DC-B307-11461B589708}" type="datetimeFigureOut">
              <a:rPr lang="tr-TR" smtClean="0"/>
              <a:t>21.10.2025</a:t>
            </a:fld>
            <a:endParaRPr lang="tr-TR"/>
          </a:p>
        </p:txBody>
      </p:sp>
      <p:sp>
        <p:nvSpPr>
          <p:cNvPr id="5" name="Alt Bilgi Yer Tutucusu 4">
            <a:extLst>
              <a:ext uri="{FF2B5EF4-FFF2-40B4-BE49-F238E27FC236}">
                <a16:creationId xmlns:a16="http://schemas.microsoft.com/office/drawing/2014/main" id="{5EE8030B-56DF-0501-6674-A34364B7588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80DAC64-1D5D-B83E-916C-9603A6FBE097}"/>
              </a:ext>
            </a:extLst>
          </p:cNvPr>
          <p:cNvSpPr>
            <a:spLocks noGrp="1"/>
          </p:cNvSpPr>
          <p:nvPr>
            <p:ph type="sldNum" sz="quarter" idx="12"/>
          </p:nvPr>
        </p:nvSpPr>
        <p:spPr/>
        <p:txBody>
          <a:bodyPr/>
          <a:lstStyle/>
          <a:p>
            <a:fld id="{31AEDB81-D9E8-4522-B477-7F0E7CA77B80}" type="slidenum">
              <a:rPr lang="tr-TR" smtClean="0"/>
              <a:t>‹#›</a:t>
            </a:fld>
            <a:endParaRPr lang="tr-TR"/>
          </a:p>
        </p:txBody>
      </p:sp>
    </p:spTree>
    <p:extLst>
      <p:ext uri="{BB962C8B-B14F-4D97-AF65-F5344CB8AC3E}">
        <p14:creationId xmlns:p14="http://schemas.microsoft.com/office/powerpoint/2010/main" val="493613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0C9EEC46-0D5B-B878-425F-7EA98C6E3C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EEC6978-932C-0616-8C9E-D2619619FB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9905CDC-6C6A-6701-E27B-8687B28BE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F5F674-6DA4-43DC-B307-11461B589708}" type="datetimeFigureOut">
              <a:rPr lang="tr-TR" smtClean="0"/>
              <a:t>21.10.2025</a:t>
            </a:fld>
            <a:endParaRPr lang="tr-TR"/>
          </a:p>
        </p:txBody>
      </p:sp>
      <p:sp>
        <p:nvSpPr>
          <p:cNvPr id="5" name="Alt Bilgi Yer Tutucusu 4">
            <a:extLst>
              <a:ext uri="{FF2B5EF4-FFF2-40B4-BE49-F238E27FC236}">
                <a16:creationId xmlns:a16="http://schemas.microsoft.com/office/drawing/2014/main" id="{FDD7C7BD-713E-642B-53CA-F758A1269F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14418613-257D-96E3-15DC-C3B3A728F7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AEDB81-D9E8-4522-B477-7F0E7CA77B80}" type="slidenum">
              <a:rPr lang="tr-TR" smtClean="0"/>
              <a:t>‹#›</a:t>
            </a:fld>
            <a:endParaRPr lang="tr-TR"/>
          </a:p>
        </p:txBody>
      </p:sp>
    </p:spTree>
    <p:extLst>
      <p:ext uri="{BB962C8B-B14F-4D97-AF65-F5344CB8AC3E}">
        <p14:creationId xmlns:p14="http://schemas.microsoft.com/office/powerpoint/2010/main" val="626275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FFFD58-F14A-7119-2AFA-393D512D178E}"/>
              </a:ext>
            </a:extLst>
          </p:cNvPr>
          <p:cNvSpPr>
            <a:spLocks noGrp="1"/>
          </p:cNvSpPr>
          <p:nvPr>
            <p:ph type="ctrTitle"/>
          </p:nvPr>
        </p:nvSpPr>
        <p:spPr/>
        <p:txBody>
          <a:bodyPr/>
          <a:lstStyle/>
          <a:p>
            <a:r>
              <a:rPr lang="tr-TR" dirty="0"/>
              <a:t>Girişimcilik Ders 5</a:t>
            </a:r>
          </a:p>
        </p:txBody>
      </p:sp>
      <p:sp>
        <p:nvSpPr>
          <p:cNvPr id="3" name="Alt Başlık 2">
            <a:extLst>
              <a:ext uri="{FF2B5EF4-FFF2-40B4-BE49-F238E27FC236}">
                <a16:creationId xmlns:a16="http://schemas.microsoft.com/office/drawing/2014/main" id="{38B565E4-53E1-524C-826D-FB796DE83443}"/>
              </a:ext>
            </a:extLst>
          </p:cNvPr>
          <p:cNvSpPr>
            <a:spLocks noGrp="1"/>
          </p:cNvSpPr>
          <p:nvPr>
            <p:ph type="subTitle" idx="1"/>
          </p:nvPr>
        </p:nvSpPr>
        <p:spPr/>
        <p:txBody>
          <a:bodyPr/>
          <a:lstStyle/>
          <a:p>
            <a:endParaRPr lang="tr-TR"/>
          </a:p>
        </p:txBody>
      </p:sp>
    </p:spTree>
    <p:extLst>
      <p:ext uri="{BB962C8B-B14F-4D97-AF65-F5344CB8AC3E}">
        <p14:creationId xmlns:p14="http://schemas.microsoft.com/office/powerpoint/2010/main" val="138357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8F86E1-FD60-5D8E-B302-FAC6C761D539}"/>
              </a:ext>
            </a:extLst>
          </p:cNvPr>
          <p:cNvSpPr>
            <a:spLocks noGrp="1"/>
          </p:cNvSpPr>
          <p:nvPr>
            <p:ph type="title"/>
          </p:nvPr>
        </p:nvSpPr>
        <p:spPr/>
        <p:txBody>
          <a:bodyPr/>
          <a:lstStyle/>
          <a:p>
            <a:r>
              <a:rPr lang="tr-TR" dirty="0"/>
              <a:t>GİRİŞİMCİLİKTE BAŞARI FAKTÖRLERİ</a:t>
            </a:r>
          </a:p>
        </p:txBody>
      </p:sp>
      <p:sp>
        <p:nvSpPr>
          <p:cNvPr id="3" name="İçerik Yer Tutucusu 2">
            <a:extLst>
              <a:ext uri="{FF2B5EF4-FFF2-40B4-BE49-F238E27FC236}">
                <a16:creationId xmlns:a16="http://schemas.microsoft.com/office/drawing/2014/main" id="{D2043CD2-775F-DACF-46EF-E3A303D0604E}"/>
              </a:ext>
            </a:extLst>
          </p:cNvPr>
          <p:cNvSpPr>
            <a:spLocks noGrp="1"/>
          </p:cNvSpPr>
          <p:nvPr>
            <p:ph idx="1"/>
          </p:nvPr>
        </p:nvSpPr>
        <p:spPr/>
        <p:txBody>
          <a:bodyPr>
            <a:normAutofit lnSpcReduction="10000"/>
          </a:bodyPr>
          <a:lstStyle/>
          <a:p>
            <a:r>
              <a:rPr lang="tr-TR" dirty="0"/>
              <a:t>Büyük işletmeler açısından girişimciliğin önemi tartışılmazdır. Fakat özellikle küçük işletmelerde girişimci, aynı zamanda yönetici veya bazı bölümlerin işlerini bizzat yürüten, iş yerinde bizzat çalışan kişi olarak ayrı bir önemi haizdir.</a:t>
            </a:r>
          </a:p>
          <a:p>
            <a:r>
              <a:rPr lang="tr-TR" dirty="0"/>
              <a:t>Küçük işletmelerin çoğunlukla emek yoğun olan yapıları ve pek çok işletme işlevinin girişimcide toplandığı dikkate alındığında, girişimcinin önemi daha da artmaktadır.</a:t>
            </a:r>
          </a:p>
          <a:p>
            <a:r>
              <a:rPr lang="tr-TR" dirty="0"/>
              <a:t>İşletmenin başarıya ulaşmasında temel görevin girişimciye ait olduğu açıktır. Bu realite doğrultusunda, başarılı olabilmek için bir girişimcinin temel girişimcilik özelliklerini taşıması gerektiği söylenebilir.</a:t>
            </a:r>
          </a:p>
        </p:txBody>
      </p:sp>
    </p:spTree>
    <p:extLst>
      <p:ext uri="{BB962C8B-B14F-4D97-AF65-F5344CB8AC3E}">
        <p14:creationId xmlns:p14="http://schemas.microsoft.com/office/powerpoint/2010/main" val="1022109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29CF582-9586-7DF8-2FB1-C2568EFD5E1F}"/>
              </a:ext>
            </a:extLst>
          </p:cNvPr>
          <p:cNvSpPr>
            <a:spLocks noGrp="1"/>
          </p:cNvSpPr>
          <p:nvPr>
            <p:ph idx="1"/>
          </p:nvPr>
        </p:nvSpPr>
        <p:spPr>
          <a:xfrm>
            <a:off x="838200" y="1253331"/>
            <a:ext cx="10515600" cy="4351338"/>
          </a:xfrm>
        </p:spPr>
        <p:txBody>
          <a:bodyPr/>
          <a:lstStyle/>
          <a:p>
            <a:r>
              <a:rPr lang="tr-TR" dirty="0"/>
              <a:t>Başarılı ve başarısız bir girişimci, kişisel ve buna bağlı olarak karar alma yeteneği ile birbirinden ayrılmakla birlikte, bir işe başlarken girişimci özelliklerine ilaveten göz önünde bulundurulması gereken bazı başarı faktörleri de vardır.</a:t>
            </a:r>
          </a:p>
          <a:p>
            <a:r>
              <a:rPr lang="tr-TR" dirty="0"/>
              <a:t>• Uygun iş fırsatı</a:t>
            </a:r>
          </a:p>
          <a:p>
            <a:r>
              <a:rPr lang="tr-TR" dirty="0"/>
              <a:t>• Uygun zamanın seçilmesi</a:t>
            </a:r>
          </a:p>
          <a:p>
            <a:r>
              <a:rPr lang="tr-TR" dirty="0"/>
              <a:t>• Yönetim yeteneği</a:t>
            </a:r>
          </a:p>
          <a:p>
            <a:r>
              <a:rPr lang="tr-TR" dirty="0"/>
              <a:t>• Fon kaynaklarının varlığı ve</a:t>
            </a:r>
          </a:p>
          <a:p>
            <a:r>
              <a:rPr lang="tr-TR" dirty="0"/>
              <a:t>• Risk güvencesi</a:t>
            </a:r>
          </a:p>
        </p:txBody>
      </p:sp>
    </p:spTree>
    <p:extLst>
      <p:ext uri="{BB962C8B-B14F-4D97-AF65-F5344CB8AC3E}">
        <p14:creationId xmlns:p14="http://schemas.microsoft.com/office/powerpoint/2010/main" val="2694984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13C5D9-859E-261B-BAD8-322BB9C8396C}"/>
              </a:ext>
            </a:extLst>
          </p:cNvPr>
          <p:cNvSpPr>
            <a:spLocks noGrp="1"/>
          </p:cNvSpPr>
          <p:nvPr>
            <p:ph type="title"/>
          </p:nvPr>
        </p:nvSpPr>
        <p:spPr/>
        <p:txBody>
          <a:bodyPr/>
          <a:lstStyle/>
          <a:p>
            <a:r>
              <a:rPr lang="tr-TR" dirty="0"/>
              <a:t>Uygun İş Fırsatı</a:t>
            </a:r>
          </a:p>
        </p:txBody>
      </p:sp>
      <p:sp>
        <p:nvSpPr>
          <p:cNvPr id="3" name="İçerik Yer Tutucusu 2">
            <a:extLst>
              <a:ext uri="{FF2B5EF4-FFF2-40B4-BE49-F238E27FC236}">
                <a16:creationId xmlns:a16="http://schemas.microsoft.com/office/drawing/2014/main" id="{A5B35959-472D-EB8C-DF92-BC2BC1141BDE}"/>
              </a:ext>
            </a:extLst>
          </p:cNvPr>
          <p:cNvSpPr>
            <a:spLocks noGrp="1"/>
          </p:cNvSpPr>
          <p:nvPr>
            <p:ph idx="1"/>
          </p:nvPr>
        </p:nvSpPr>
        <p:spPr/>
        <p:txBody>
          <a:bodyPr>
            <a:normAutofit/>
          </a:bodyPr>
          <a:lstStyle/>
          <a:p>
            <a:r>
              <a:rPr lang="tr-TR" dirty="0"/>
              <a:t>ihtiyaç duyulan bir alanda hâli hazırda pazarda yatırımın bulunmayışı olabileceği gibi, mevcut yatırımların müşteri ihtiyaçlarını yeterince tatmin edememesi de olabilir.</a:t>
            </a:r>
          </a:p>
          <a:p>
            <a:r>
              <a:rPr lang="tr-TR" dirty="0"/>
              <a:t>Fırsat girişimciliği ve yaratıcı girişimcilik şeklinde iki kısımda incelediğimiz girişimciler ya piyasada oluşabilecek fırsatları kollayarak ya da müşterilerin olabilecek muhtemel ihtiyaçlarını önceden tespit ederek ilgili alanlara yatırım yapmak suretiyle girişimci niteliğini kazanırlar.</a:t>
            </a:r>
          </a:p>
        </p:txBody>
      </p:sp>
    </p:spTree>
    <p:extLst>
      <p:ext uri="{BB962C8B-B14F-4D97-AF65-F5344CB8AC3E}">
        <p14:creationId xmlns:p14="http://schemas.microsoft.com/office/powerpoint/2010/main" val="151555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4D5EE21-190B-8459-EDA3-BA5BB8F1DC75}"/>
              </a:ext>
            </a:extLst>
          </p:cNvPr>
          <p:cNvSpPr>
            <a:spLocks noGrp="1"/>
          </p:cNvSpPr>
          <p:nvPr>
            <p:ph idx="1"/>
          </p:nvPr>
        </p:nvSpPr>
        <p:spPr>
          <a:xfrm>
            <a:off x="838200" y="1299411"/>
            <a:ext cx="10515600" cy="4877552"/>
          </a:xfrm>
        </p:spPr>
        <p:txBody>
          <a:bodyPr>
            <a:normAutofit/>
          </a:bodyPr>
          <a:lstStyle/>
          <a:p>
            <a:r>
              <a:rPr lang="tr-TR" dirty="0"/>
              <a:t>Girişimciler, yapacakları pazar araştırmaları ile müşterilerin mevcut ihtiyaçlarını ve bu ihtiyaçların var olan yatırım veya ürünlerle yeterince karşılanıp karşılanmadığını tespit etmelidirler.</a:t>
            </a:r>
          </a:p>
          <a:p>
            <a:r>
              <a:rPr lang="tr-TR" dirty="0"/>
              <a:t>müşterilerin ihtiyaç duyduğu fakat piyasada mevcut olmayan ürünleri belirleyerek bu ürünleri üretmek suretiyle başarı elde edebilirler.</a:t>
            </a:r>
          </a:p>
          <a:p>
            <a:r>
              <a:rPr lang="tr-TR" dirty="0"/>
              <a:t>Burada dikkat edilecek bir konu da potansiyel rakiplerin rekabet</a:t>
            </a:r>
          </a:p>
          <a:p>
            <a:r>
              <a:rPr lang="tr-TR" dirty="0"/>
              <a:t>güçleridir. Girişimci, rakiplerin rekabet güçlerini ve kendi kaynaklarını da dikkate alarak pazarın tümünü veya belli bir bölümünü kendisine hedef pazar olarak seçmelidir.</a:t>
            </a:r>
          </a:p>
        </p:txBody>
      </p:sp>
    </p:spTree>
    <p:extLst>
      <p:ext uri="{BB962C8B-B14F-4D97-AF65-F5344CB8AC3E}">
        <p14:creationId xmlns:p14="http://schemas.microsoft.com/office/powerpoint/2010/main" val="288571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0BDE32-F850-669D-87CF-393CCD5E8EBD}"/>
              </a:ext>
            </a:extLst>
          </p:cNvPr>
          <p:cNvSpPr>
            <a:spLocks noGrp="1"/>
          </p:cNvSpPr>
          <p:nvPr>
            <p:ph type="title"/>
          </p:nvPr>
        </p:nvSpPr>
        <p:spPr/>
        <p:txBody>
          <a:bodyPr/>
          <a:lstStyle/>
          <a:p>
            <a:r>
              <a:rPr lang="tr-TR" dirty="0"/>
              <a:t>Uygun Zamanın Seçilmesi</a:t>
            </a:r>
          </a:p>
        </p:txBody>
      </p:sp>
      <p:sp>
        <p:nvSpPr>
          <p:cNvPr id="3" name="İçerik Yer Tutucusu 2">
            <a:extLst>
              <a:ext uri="{FF2B5EF4-FFF2-40B4-BE49-F238E27FC236}">
                <a16:creationId xmlns:a16="http://schemas.microsoft.com/office/drawing/2014/main" id="{7CDDB5AB-5A57-C2D4-46EB-D3BD34A83ED9}"/>
              </a:ext>
            </a:extLst>
          </p:cNvPr>
          <p:cNvSpPr>
            <a:spLocks noGrp="1"/>
          </p:cNvSpPr>
          <p:nvPr>
            <p:ph idx="1"/>
          </p:nvPr>
        </p:nvSpPr>
        <p:spPr/>
        <p:txBody>
          <a:bodyPr/>
          <a:lstStyle/>
          <a:p>
            <a:r>
              <a:rPr lang="tr-TR" dirty="0"/>
              <a:t>İşe başlarken uygun zamanın seçilmesi, en önemli başarı faktörlerinden biridir.</a:t>
            </a:r>
          </a:p>
          <a:p>
            <a:r>
              <a:rPr lang="tr-TR" dirty="0"/>
              <a:t>Bazen kriz ortamlarında bazı ürünlerin satışları artabilirken, bazen de bir pazarda bir ürüne ilişkin kıyasıya yaşanan bir rekabetin sonunda, bazı işletmelerin pazardan çekilmek zorunda kaldıkları dönemler, o işe atılmak için en uygun dönemler olarak değerlendirilebilir.</a:t>
            </a:r>
          </a:p>
        </p:txBody>
      </p:sp>
    </p:spTree>
    <p:extLst>
      <p:ext uri="{BB962C8B-B14F-4D97-AF65-F5344CB8AC3E}">
        <p14:creationId xmlns:p14="http://schemas.microsoft.com/office/powerpoint/2010/main" val="2275935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42C375C-047F-2F24-DF16-08497908F4D2}"/>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Ekonomik konjonktürün iyi okunabilmesi, ödeme gücü ve talep düzeyine ilişkin doğru tahminlerde bulunulabilmesi, zamanın seçiminde son derece önemlidir. </a:t>
            </a:r>
          </a:p>
          <a:p>
            <a:pPr algn="l"/>
            <a:r>
              <a:rPr lang="tr-TR" sz="2800" b="0" i="0" u="none" strike="noStrike" baseline="0" dirty="0">
                <a:latin typeface="Calibri" panose="020F0502020204030204" pitchFamily="34" charset="0"/>
              </a:rPr>
              <a:t>Durgunluk döneminde iş gücü ücretleri düşebilir ve bu durum maliyetlerin düşük olacağı anlamına gelebilir. </a:t>
            </a:r>
          </a:p>
          <a:p>
            <a:pPr algn="l"/>
            <a:r>
              <a:rPr lang="tr-TR" sz="2800" b="0" i="0" u="none" strike="noStrike" baseline="0" dirty="0">
                <a:latin typeface="Calibri" panose="020F0502020204030204" pitchFamily="34" charset="0"/>
              </a:rPr>
              <a:t>Fakat durgunluk dönemlerinde düşük ücretler veya daha kötüsü yaşanacak işten çıkarmalar, satın alma gücünün azalacağının da bir göstergesidir.</a:t>
            </a:r>
            <a:endParaRPr lang="tr-TR" dirty="0"/>
          </a:p>
        </p:txBody>
      </p:sp>
    </p:spTree>
    <p:extLst>
      <p:ext uri="{BB962C8B-B14F-4D97-AF65-F5344CB8AC3E}">
        <p14:creationId xmlns:p14="http://schemas.microsoft.com/office/powerpoint/2010/main" val="1449720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5CD09D-3396-8A83-0E22-725C05CC23B2}"/>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0546A3C5-9AC9-E235-B8E5-72E46F4B8C56}"/>
              </a:ext>
            </a:extLst>
          </p:cNvPr>
          <p:cNvSpPr>
            <a:spLocks noGrp="1"/>
          </p:cNvSpPr>
          <p:nvPr>
            <p:ph idx="1"/>
          </p:nvPr>
        </p:nvSpPr>
        <p:spPr/>
        <p:txBody>
          <a:bodyPr>
            <a:normAutofit/>
          </a:bodyPr>
          <a:lstStyle/>
          <a:p>
            <a:r>
              <a:rPr lang="tr-TR" dirty="0"/>
              <a:t>Ekonomi iyiye giderken, her sektörde işlerin iyi olacağını söylemek de çok rasyonel olmayacaktır.</a:t>
            </a:r>
          </a:p>
          <a:p>
            <a:r>
              <a:rPr lang="tr-TR" dirty="0"/>
              <a:t>Sektörel bazda olumsuzluklar meydana </a:t>
            </a:r>
            <a:r>
              <a:rPr lang="tr-TR" dirty="0" err="1"/>
              <a:t>elebilir</a:t>
            </a:r>
            <a:endParaRPr lang="tr-TR" dirty="0"/>
          </a:p>
          <a:p>
            <a:r>
              <a:rPr lang="tr-TR" dirty="0"/>
              <a:t>Aynı sektörde piyasanın kaldırabileceğinden çok fazla işletme pazara girebilir</a:t>
            </a:r>
          </a:p>
          <a:p>
            <a:endParaRPr lang="tr-TR" dirty="0"/>
          </a:p>
        </p:txBody>
      </p:sp>
    </p:spTree>
    <p:extLst>
      <p:ext uri="{BB962C8B-B14F-4D97-AF65-F5344CB8AC3E}">
        <p14:creationId xmlns:p14="http://schemas.microsoft.com/office/powerpoint/2010/main" val="4256057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D155560-281E-9093-240A-AAF5B0799A99}"/>
              </a:ext>
            </a:extLst>
          </p:cNvPr>
          <p:cNvSpPr>
            <a:spLocks noGrp="1"/>
          </p:cNvSpPr>
          <p:nvPr>
            <p:ph type="title"/>
          </p:nvPr>
        </p:nvSpPr>
        <p:spPr/>
        <p:txBody>
          <a:bodyPr/>
          <a:lstStyle/>
          <a:p>
            <a:r>
              <a:rPr lang="tr-TR" dirty="0"/>
              <a:t>Yönetim Yeteneği</a:t>
            </a:r>
          </a:p>
        </p:txBody>
      </p:sp>
      <p:sp>
        <p:nvSpPr>
          <p:cNvPr id="3" name="İçerik Yer Tutucusu 2">
            <a:extLst>
              <a:ext uri="{FF2B5EF4-FFF2-40B4-BE49-F238E27FC236}">
                <a16:creationId xmlns:a16="http://schemas.microsoft.com/office/drawing/2014/main" id="{C2AB29E5-1784-A974-9347-4994CF1EF05D}"/>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Yönetim, sadece beşerî faktörlerin değil, iş yerindeki bütün kaynakların planlanmasını, yönlendirilmesini ve koordine edilmesini kapsayan, geniş kapsamlı bir kavramdır ve girişimci mutlaka bu beceriye sahip olmalıdır.</a:t>
            </a:r>
          </a:p>
          <a:p>
            <a:pPr algn="l"/>
            <a:r>
              <a:rPr lang="tr-TR" dirty="0"/>
              <a:t>Tecrübe; bir süreç boyunca insanların karşılaştıkları olay ve durumlar sonucunda elde etmiş oldukları, çoğu öğrenilerek elde edilemeyecek olan kazanımlardır.</a:t>
            </a:r>
          </a:p>
          <a:p>
            <a:pPr algn="l"/>
            <a:r>
              <a:rPr lang="tr-TR" dirty="0"/>
              <a:t>Yönetim yeteneği tecrübe ile de birleştirildiğinde, girişimci sorunların üstesinden rahatlıkla gelebilecek, yeni durumlara kendisini ve işletmesini uyarlayabilecektir.</a:t>
            </a:r>
          </a:p>
        </p:txBody>
      </p:sp>
    </p:spTree>
    <p:extLst>
      <p:ext uri="{BB962C8B-B14F-4D97-AF65-F5344CB8AC3E}">
        <p14:creationId xmlns:p14="http://schemas.microsoft.com/office/powerpoint/2010/main" val="1220279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9831CC4-CBD8-3F96-7D0C-0AC69E4FC491}"/>
              </a:ext>
            </a:extLst>
          </p:cNvPr>
          <p:cNvSpPr>
            <a:spLocks noGrp="1"/>
          </p:cNvSpPr>
          <p:nvPr>
            <p:ph type="title"/>
          </p:nvPr>
        </p:nvSpPr>
        <p:spPr/>
        <p:txBody>
          <a:bodyPr/>
          <a:lstStyle/>
          <a:p>
            <a:r>
              <a:rPr lang="tr-TR" dirty="0"/>
              <a:t>Fon Kaynaklarının Varlığı</a:t>
            </a:r>
          </a:p>
        </p:txBody>
      </p:sp>
      <p:sp>
        <p:nvSpPr>
          <p:cNvPr id="3" name="İçerik Yer Tutucusu 2">
            <a:extLst>
              <a:ext uri="{FF2B5EF4-FFF2-40B4-BE49-F238E27FC236}">
                <a16:creationId xmlns:a16="http://schemas.microsoft.com/office/drawing/2014/main" id="{C9C7D5A5-776D-42CF-7BA1-0439665F0153}"/>
              </a:ext>
            </a:extLst>
          </p:cNvPr>
          <p:cNvSpPr>
            <a:spLocks noGrp="1"/>
          </p:cNvSpPr>
          <p:nvPr>
            <p:ph idx="1"/>
          </p:nvPr>
        </p:nvSpPr>
        <p:spPr>
          <a:xfrm>
            <a:off x="838200" y="1443789"/>
            <a:ext cx="10515600" cy="4733174"/>
          </a:xfrm>
        </p:spPr>
        <p:txBody>
          <a:bodyPr>
            <a:normAutofit/>
          </a:bodyPr>
          <a:lstStyle/>
          <a:p>
            <a:r>
              <a:rPr lang="tr-TR" dirty="0"/>
              <a:t>Yapılacak her işin bir bedeli vardır. Bu bedel ancak ödendikten sonra, yatırımlardan bir getiri elde edilebilir.</a:t>
            </a:r>
          </a:p>
          <a:p>
            <a:pPr algn="l"/>
            <a:r>
              <a:rPr lang="tr-TR" sz="2800" b="0" i="1" u="none" strike="noStrike" baseline="0" dirty="0">
                <a:solidFill>
                  <a:srgbClr val="994806"/>
                </a:solidFill>
                <a:latin typeface="Calibri-Italic"/>
              </a:rPr>
              <a:t>İşletmenin kurulması için gerekli olan makine ekipman, bina, arazi, teknoloji alımları gibi maddi ve patent vb. maddi olmayan varlıkları bir araya getirebilmek amacıyla bulundurulması, sahip olunması beklenen sermayeye yatırım sermayesi denir.</a:t>
            </a:r>
          </a:p>
          <a:p>
            <a:pPr algn="l"/>
            <a:r>
              <a:rPr lang="tr-TR" sz="2800" b="0" i="1" u="none" strike="noStrike" baseline="0" dirty="0">
                <a:solidFill>
                  <a:srgbClr val="994806"/>
                </a:solidFill>
                <a:latin typeface="Calibri-Italic"/>
              </a:rPr>
              <a:t>Yatırım tamamlanıp işe başlandıktan sonra ilk kazançlar elde edilinceye kadar geçecek süre içerisinde, iş gücü ücretleri, ham madde alımı, enerji harcamaları gibi gereken harcamaları yapmak üzere ihtiyaç duyulan para tutarı ise çalışma sermayesi olarak anılmaktadır</a:t>
            </a:r>
            <a:endParaRPr lang="tr-TR" dirty="0"/>
          </a:p>
        </p:txBody>
      </p:sp>
    </p:spTree>
    <p:extLst>
      <p:ext uri="{BB962C8B-B14F-4D97-AF65-F5344CB8AC3E}">
        <p14:creationId xmlns:p14="http://schemas.microsoft.com/office/powerpoint/2010/main" val="2723442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49F5EB0-1E44-CAB9-D955-52A8CFCE9983}"/>
              </a:ext>
            </a:extLst>
          </p:cNvPr>
          <p:cNvSpPr>
            <a:spLocks noGrp="1"/>
          </p:cNvSpPr>
          <p:nvPr>
            <p:ph idx="1"/>
          </p:nvPr>
        </p:nvSpPr>
        <p:spPr>
          <a:xfrm>
            <a:off x="838200" y="850232"/>
            <a:ext cx="10515600" cy="5326731"/>
          </a:xfrm>
        </p:spPr>
        <p:txBody>
          <a:bodyPr>
            <a:normAutofit/>
          </a:bodyPr>
          <a:lstStyle/>
          <a:p>
            <a:r>
              <a:rPr lang="tr-TR" dirty="0"/>
              <a:t>Bir işe başlamadan önce, bu iş için gerekli olan sermaye tutarının gerçekçi bir biçimde hesap edilmesi gerekir.</a:t>
            </a:r>
          </a:p>
          <a:p>
            <a:r>
              <a:rPr lang="tr-TR" dirty="0"/>
              <a:t>Girişimci bu kaynağın tamamına sahip olmayabilir. İhtiyaç duyulan sermayenin, girişimcinin olanaklarını aşan kısmı, kredi veya çeşitli borçlanma yöntemleri ile elde edilebilir. Yatırımın geri dönüş oranı ve borçlanma fiyatı dikkate alınarak girişimci bir tercihte bulunur.</a:t>
            </a:r>
          </a:p>
          <a:p>
            <a:r>
              <a:rPr lang="tr-TR" dirty="0"/>
              <a:t>İşletmelerin çoğunun, kâra geçmek için belli bir dönem beklemek zorunda olmaları ve özellikle küçük işletmelerin kâra geçinceye kadar ailenin geçimini sağlama yükümlülüğü de dikkate alınarak </a:t>
            </a:r>
          </a:p>
          <a:p>
            <a:r>
              <a:rPr lang="tr-TR" dirty="0"/>
              <a:t>işe girişmeden önce, yatırım bittikten ilk kazançlar elde edilene kadar geçecek olan sürenin iyi tahmin edilmesi gerekir. Bu arada, borçların geri ödeme sürelerinin de dikkate alınması zorunludur.</a:t>
            </a:r>
          </a:p>
        </p:txBody>
      </p:sp>
    </p:spTree>
    <p:extLst>
      <p:ext uri="{BB962C8B-B14F-4D97-AF65-F5344CB8AC3E}">
        <p14:creationId xmlns:p14="http://schemas.microsoft.com/office/powerpoint/2010/main" val="2701037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E331EB9-274F-4DEE-ABED-455C2E227585}"/>
              </a:ext>
            </a:extLst>
          </p:cNvPr>
          <p:cNvSpPr>
            <a:spLocks noGrp="1"/>
          </p:cNvSpPr>
          <p:nvPr>
            <p:ph idx="1"/>
          </p:nvPr>
        </p:nvSpPr>
        <p:spPr/>
        <p:txBody>
          <a:bodyPr/>
          <a:lstStyle/>
          <a:p>
            <a:r>
              <a:rPr lang="tr-TR" dirty="0"/>
              <a:t>Öz kaynaklar ve borçların uygun oranlarda bir araya getirilmesi esastır. Bu oran için genellikle, sermayenin hiç olmazsa %60’ının öz kaynaklardan karşılanması gerektiği ve çalışma sermayesinin de sektöre göre değişmekle birlikte, bir yıl daha doğru olmakla birlikte, en az altı aylık bir faaliyeti sağlayacak miktarda olması kabul görmektedir.</a:t>
            </a:r>
          </a:p>
        </p:txBody>
      </p:sp>
    </p:spTree>
    <p:extLst>
      <p:ext uri="{BB962C8B-B14F-4D97-AF65-F5344CB8AC3E}">
        <p14:creationId xmlns:p14="http://schemas.microsoft.com/office/powerpoint/2010/main" val="1453027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6B9FEC-018E-8189-241B-F6A19412E66F}"/>
              </a:ext>
            </a:extLst>
          </p:cNvPr>
          <p:cNvSpPr>
            <a:spLocks noGrp="1"/>
          </p:cNvSpPr>
          <p:nvPr>
            <p:ph type="title"/>
          </p:nvPr>
        </p:nvSpPr>
        <p:spPr/>
        <p:txBody>
          <a:bodyPr/>
          <a:lstStyle/>
          <a:p>
            <a:r>
              <a:rPr lang="tr-TR" dirty="0"/>
              <a:t>Risk Güvencesi</a:t>
            </a:r>
          </a:p>
        </p:txBody>
      </p:sp>
      <p:sp>
        <p:nvSpPr>
          <p:cNvPr id="3" name="İçerik Yer Tutucusu 2">
            <a:extLst>
              <a:ext uri="{FF2B5EF4-FFF2-40B4-BE49-F238E27FC236}">
                <a16:creationId xmlns:a16="http://schemas.microsoft.com/office/drawing/2014/main" id="{E274CFD1-755F-E387-A8DD-483DAC4868D8}"/>
              </a:ext>
            </a:extLst>
          </p:cNvPr>
          <p:cNvSpPr>
            <a:spLocks noGrp="1"/>
          </p:cNvSpPr>
          <p:nvPr>
            <p:ph idx="1"/>
          </p:nvPr>
        </p:nvSpPr>
        <p:spPr/>
        <p:txBody>
          <a:bodyPr/>
          <a:lstStyle/>
          <a:p>
            <a:r>
              <a:rPr lang="tr-TR" dirty="0"/>
              <a:t>Literatürde işletmelerin çevre şartlarından biri olarak çevresel belirsizlik ifade edilmektedir.</a:t>
            </a:r>
          </a:p>
          <a:p>
            <a:pPr algn="l"/>
            <a:r>
              <a:rPr lang="tr-TR" sz="2800" b="0" i="1" u="none" strike="noStrike" baseline="0" dirty="0">
                <a:solidFill>
                  <a:srgbClr val="994806"/>
                </a:solidFill>
                <a:latin typeface="Calibri-Italic"/>
              </a:rPr>
              <a:t>Çevresel belirsizlik, doğal afetler veya krizler gibi beklenmeyen durumları da içine alacak şekilde, pazarda, özellikle dış unsurlardan kaynaklanacak farklılıkları, işletme faaliyetlerini etkileyecek tehdit ve bazen de fırsatları kapsamaktadır</a:t>
            </a:r>
            <a:endParaRPr lang="tr-TR" dirty="0"/>
          </a:p>
        </p:txBody>
      </p:sp>
    </p:spTree>
    <p:extLst>
      <p:ext uri="{BB962C8B-B14F-4D97-AF65-F5344CB8AC3E}">
        <p14:creationId xmlns:p14="http://schemas.microsoft.com/office/powerpoint/2010/main" val="622599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BEECC23-747A-1483-93FF-C884802EB76B}"/>
              </a:ext>
            </a:extLst>
          </p:cNvPr>
          <p:cNvSpPr>
            <a:spLocks noGrp="1"/>
          </p:cNvSpPr>
          <p:nvPr>
            <p:ph idx="1"/>
          </p:nvPr>
        </p:nvSpPr>
        <p:spPr>
          <a:xfrm>
            <a:off x="838200" y="914400"/>
            <a:ext cx="10515600" cy="5262563"/>
          </a:xfrm>
        </p:spPr>
        <p:txBody>
          <a:bodyPr>
            <a:normAutofit/>
          </a:bodyPr>
          <a:lstStyle/>
          <a:p>
            <a:pPr algn="l"/>
            <a:r>
              <a:rPr lang="tr-TR" sz="2800" b="0" i="0" u="none" strike="noStrike" baseline="0" dirty="0">
                <a:solidFill>
                  <a:srgbClr val="000000"/>
                </a:solidFill>
                <a:latin typeface="Calibri" panose="020F0502020204030204" pitchFamily="34" charset="0"/>
              </a:rPr>
              <a:t>Yine, işletmeler sistem yaklaşımı çerçevesinde ele alındığında, ekonomik sistemi meydana getiren ögeler olarak karşımıza çıkmaktadır. Ekonomik sistemin birer alt sistemi olan işletmeler, dış çevre ile ilişkileri olması nedeniyle, açık ve toplum içerisinde insanlara yönelik faaliyet göstermeleri nedeniyle de sosyal sistemlerdir.</a:t>
            </a:r>
          </a:p>
          <a:p>
            <a:pPr algn="l"/>
            <a:r>
              <a:rPr lang="tr-TR" sz="2800" b="0" i="1" u="none" strike="noStrike" baseline="0" dirty="0">
                <a:solidFill>
                  <a:srgbClr val="994806"/>
                </a:solidFill>
                <a:latin typeface="Calibri-Italic"/>
              </a:rPr>
              <a:t>Çevreye uyumun son derece önem arz ettiği, açık ve sosyal sistemler olan işletmelerin, dış çevreyi kendi amaçları doğrultusunda uyarlayabilmeleri aktif uyumu ifade eder.</a:t>
            </a:r>
          </a:p>
          <a:p>
            <a:pPr algn="l"/>
            <a:r>
              <a:rPr lang="tr-TR" dirty="0"/>
              <a:t>Çoğunlukla kendi kaynakları üzerinde tasarruf edebilen işletmelerin bazen siyasi ve politik çevre şartlarını da etkileyebildikleri görülmektedir</a:t>
            </a:r>
          </a:p>
        </p:txBody>
      </p:sp>
    </p:spTree>
    <p:extLst>
      <p:ext uri="{BB962C8B-B14F-4D97-AF65-F5344CB8AC3E}">
        <p14:creationId xmlns:p14="http://schemas.microsoft.com/office/powerpoint/2010/main" val="1602811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FE04208-F87C-468F-8B53-8B4E921FF21B}"/>
              </a:ext>
            </a:extLst>
          </p:cNvPr>
          <p:cNvSpPr>
            <a:spLocks noGrp="1"/>
          </p:cNvSpPr>
          <p:nvPr>
            <p:ph idx="1"/>
          </p:nvPr>
        </p:nvSpPr>
        <p:spPr>
          <a:xfrm>
            <a:off x="838200" y="914400"/>
            <a:ext cx="10515600" cy="5262563"/>
          </a:xfrm>
        </p:spPr>
        <p:txBody>
          <a:bodyPr>
            <a:normAutofit/>
          </a:bodyPr>
          <a:lstStyle/>
          <a:p>
            <a:r>
              <a:rPr lang="tr-TR" dirty="0"/>
              <a:t>Bunun dışında işletmeler, etkileyemeyecekleri ve yönlendiremeyecekleri başka gelişmelerle de karşı karşıyadır.</a:t>
            </a:r>
          </a:p>
          <a:p>
            <a:r>
              <a:rPr lang="tr-TR" dirty="0"/>
              <a:t>Başarı faktörü olarak risklere karşı güvence, gelişmelere hazırlıklı olma ve değişikliklere uyum sağlamayı ifade eder. Bunlar, doğacak fırsatların değerlendirilmesi şeklinde olabileceği gibi, beklenmeyen durumlarda işletmenin düşebileceği sıkıntılar dikkate alınarak işletme faaliyet ve kaynaklarının sigorta kapsamına alınması (yangın, doğal afet vs. sigortaları) şeklinde de olabilir.</a:t>
            </a:r>
          </a:p>
        </p:txBody>
      </p:sp>
    </p:spTree>
    <p:extLst>
      <p:ext uri="{BB962C8B-B14F-4D97-AF65-F5344CB8AC3E}">
        <p14:creationId xmlns:p14="http://schemas.microsoft.com/office/powerpoint/2010/main" val="356722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9BC4B62-E44D-6143-0DB4-B91C19CB342D}"/>
              </a:ext>
            </a:extLst>
          </p:cNvPr>
          <p:cNvSpPr>
            <a:spLocks noGrp="1"/>
          </p:cNvSpPr>
          <p:nvPr>
            <p:ph idx="1"/>
          </p:nvPr>
        </p:nvSpPr>
        <p:spPr>
          <a:xfrm>
            <a:off x="838200" y="1138989"/>
            <a:ext cx="10515600" cy="5037974"/>
          </a:xfrm>
        </p:spPr>
        <p:txBody>
          <a:bodyPr/>
          <a:lstStyle/>
          <a:p>
            <a:r>
              <a:rPr lang="tr-TR" dirty="0"/>
              <a:t>Risk durumu, iş piyasasında işletmeler için özellikle de KOBİ’ler için her zaman var olacaktır. </a:t>
            </a:r>
          </a:p>
          <a:p>
            <a:r>
              <a:rPr lang="tr-TR" dirty="0"/>
              <a:t>Risk kavramının olumsuz anlamından ötürü çoğunlukla beklenmeyen olumsuz durumlarla karşılaşılması, pazarda daralma, üretim imkânlarıyla ilgili bir zorluk yaşanması, doğal afet hâli gibi durumlar risk faktörleri olarak ele alınabilir.</a:t>
            </a:r>
          </a:p>
        </p:txBody>
      </p:sp>
    </p:spTree>
    <p:extLst>
      <p:ext uri="{BB962C8B-B14F-4D97-AF65-F5344CB8AC3E}">
        <p14:creationId xmlns:p14="http://schemas.microsoft.com/office/powerpoint/2010/main" val="989422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0279281-078E-8868-7D96-57AD3687C8D1}"/>
              </a:ext>
            </a:extLst>
          </p:cNvPr>
          <p:cNvSpPr>
            <a:spLocks noGrp="1"/>
          </p:cNvSpPr>
          <p:nvPr>
            <p:ph idx="1"/>
          </p:nvPr>
        </p:nvSpPr>
        <p:spPr>
          <a:xfrm>
            <a:off x="838200" y="1395663"/>
            <a:ext cx="10515600" cy="4781300"/>
          </a:xfrm>
        </p:spPr>
        <p:txBody>
          <a:bodyPr>
            <a:normAutofit/>
          </a:bodyPr>
          <a:lstStyle/>
          <a:p>
            <a:r>
              <a:rPr lang="tr-TR" dirty="0"/>
              <a:t>KOBİ’ler için yerine getirilemeyecek düzeyde bir beklenti oluşturulması ve bunun neticesinde nitelik veya nicelik olarak karşılanamayacak bir talebin oluşması da </a:t>
            </a:r>
            <a:r>
              <a:rPr lang="tr-TR" dirty="0" err="1"/>
              <a:t>ciddI</a:t>
            </a:r>
            <a:r>
              <a:rPr lang="tr-TR" dirty="0"/>
              <a:t> bir risktir. </a:t>
            </a:r>
          </a:p>
          <a:p>
            <a:r>
              <a:rPr lang="tr-TR" dirty="0"/>
              <a:t>KOBİ’lerin müşteri beklentilerini doğru oluşturma konusunda hassas davranmaları gerekmektedir.</a:t>
            </a:r>
          </a:p>
          <a:p>
            <a:r>
              <a:rPr lang="tr-TR" dirty="0"/>
              <a:t>Müşteri beklentilerinin niceliği itibariyle bakıldığında da eğer üretim kapasitesi beklentinin gerisinde kalırsa yine müşteri memnuniyetsizlikleri oluşacaktır. </a:t>
            </a:r>
          </a:p>
          <a:p>
            <a:r>
              <a:rPr lang="tr-TR" dirty="0"/>
              <a:t>Bu durum, tamamen gereksiz bir talep oluşturma ve ardından yaşanan cevap verememe ve memnuniyetsiz müşteri oluşturma hâlidir.</a:t>
            </a:r>
          </a:p>
        </p:txBody>
      </p:sp>
    </p:spTree>
    <p:extLst>
      <p:ext uri="{BB962C8B-B14F-4D97-AF65-F5344CB8AC3E}">
        <p14:creationId xmlns:p14="http://schemas.microsoft.com/office/powerpoint/2010/main" val="1315204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26E97F0-9CFE-E5FC-DC6D-940F79A83D68}"/>
              </a:ext>
            </a:extLst>
          </p:cNvPr>
          <p:cNvSpPr>
            <a:spLocks noGrp="1"/>
          </p:cNvSpPr>
          <p:nvPr>
            <p:ph idx="1"/>
          </p:nvPr>
        </p:nvSpPr>
        <p:spPr/>
        <p:txBody>
          <a:bodyPr/>
          <a:lstStyle/>
          <a:p>
            <a:r>
              <a:rPr lang="tr-TR" dirty="0"/>
              <a:t>Belirsizlik durumunda ya pazarda talep artışı ve talep azalışı </a:t>
            </a:r>
            <a:r>
              <a:rPr lang="tr-TR" dirty="0" err="1"/>
              <a:t>sözkonusu</a:t>
            </a:r>
            <a:r>
              <a:rPr lang="tr-TR" dirty="0"/>
              <a:t> olacaktır. KOBİ’lerin bu iki duruma karşı da hazırlıklı olması gerekir. </a:t>
            </a:r>
          </a:p>
          <a:p>
            <a:r>
              <a:rPr lang="tr-TR" dirty="0"/>
              <a:t>İlave talep oluşursa bu üretim açığını karşılayacak fason üretim desteği önceden belirlenmelidir. </a:t>
            </a:r>
          </a:p>
          <a:p>
            <a:r>
              <a:rPr lang="tr-TR" dirty="0"/>
              <a:t>Şayet talep daralması yaşanırsa da yeni Pazar alanları bakımından alt yapılar oluşturulmalıdır. Bundan sonra hangi durum gerçekleşirse ona göre “B Planı” devreye sokulmalıdır.</a:t>
            </a:r>
          </a:p>
        </p:txBody>
      </p:sp>
    </p:spTree>
    <p:extLst>
      <p:ext uri="{BB962C8B-B14F-4D97-AF65-F5344CB8AC3E}">
        <p14:creationId xmlns:p14="http://schemas.microsoft.com/office/powerpoint/2010/main" val="2885181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5B5374F-6DDD-B47A-0623-48AB754839C1}"/>
              </a:ext>
            </a:extLst>
          </p:cNvPr>
          <p:cNvSpPr>
            <a:spLocks noGrp="1"/>
          </p:cNvSpPr>
          <p:nvPr>
            <p:ph type="title"/>
          </p:nvPr>
        </p:nvSpPr>
        <p:spPr/>
        <p:txBody>
          <a:bodyPr/>
          <a:lstStyle/>
          <a:p>
            <a:r>
              <a:rPr lang="tr-TR" dirty="0"/>
              <a:t>GİRİŞİMCİLİKTE BAŞARISIZLIK NEDENLERİ</a:t>
            </a:r>
          </a:p>
        </p:txBody>
      </p:sp>
      <p:sp>
        <p:nvSpPr>
          <p:cNvPr id="4" name="İçerik Yer Tutucusu 3">
            <a:extLst>
              <a:ext uri="{FF2B5EF4-FFF2-40B4-BE49-F238E27FC236}">
                <a16:creationId xmlns:a16="http://schemas.microsoft.com/office/drawing/2014/main" id="{682104B7-6502-AF28-A3C2-80E1425E0118}"/>
              </a:ext>
            </a:extLst>
          </p:cNvPr>
          <p:cNvSpPr>
            <a:spLocks noGrp="1"/>
          </p:cNvSpPr>
          <p:nvPr>
            <p:ph sz="half" idx="1"/>
          </p:nvPr>
        </p:nvSpPr>
        <p:spPr>
          <a:xfrm>
            <a:off x="838200" y="1825625"/>
            <a:ext cx="3894221" cy="4351338"/>
          </a:xfrm>
        </p:spPr>
        <p:txBody>
          <a:bodyPr/>
          <a:lstStyle/>
          <a:p>
            <a:r>
              <a:rPr lang="tr-TR" dirty="0"/>
              <a:t>Girişimcilikte başarısızlığa neden olan faktörler bazı kaynaklarda iki yönlü olarak ele alınmıştır. </a:t>
            </a:r>
          </a:p>
          <a:p>
            <a:r>
              <a:rPr lang="tr-TR" dirty="0"/>
              <a:t>Buna göre başarısızlık, işletme sahibi ve kredi verenler açısından değerlendirilmektedir.</a:t>
            </a:r>
          </a:p>
        </p:txBody>
      </p:sp>
      <p:pic>
        <p:nvPicPr>
          <p:cNvPr id="7" name="İçerik Yer Tutucusu 6">
            <a:extLst>
              <a:ext uri="{FF2B5EF4-FFF2-40B4-BE49-F238E27FC236}">
                <a16:creationId xmlns:a16="http://schemas.microsoft.com/office/drawing/2014/main" id="{3FDFB6DE-CF54-D70E-C190-14C2FB31D57D}"/>
              </a:ext>
            </a:extLst>
          </p:cNvPr>
          <p:cNvPicPr>
            <a:picLocks noGrp="1" noChangeAspect="1"/>
          </p:cNvPicPr>
          <p:nvPr>
            <p:ph sz="half" idx="2"/>
          </p:nvPr>
        </p:nvPicPr>
        <p:blipFill>
          <a:blip r:embed="rId2"/>
          <a:stretch>
            <a:fillRect/>
          </a:stretch>
        </p:blipFill>
        <p:spPr>
          <a:xfrm>
            <a:off x="4732421" y="1690688"/>
            <a:ext cx="6930190" cy="4004259"/>
          </a:xfrm>
          <a:prstGeom prst="rect">
            <a:avLst/>
          </a:prstGeom>
        </p:spPr>
      </p:pic>
    </p:spTree>
    <p:extLst>
      <p:ext uri="{BB962C8B-B14F-4D97-AF65-F5344CB8AC3E}">
        <p14:creationId xmlns:p14="http://schemas.microsoft.com/office/powerpoint/2010/main" val="3240900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çerik Yer Tutucusu 5">
            <a:extLst>
              <a:ext uri="{FF2B5EF4-FFF2-40B4-BE49-F238E27FC236}">
                <a16:creationId xmlns:a16="http://schemas.microsoft.com/office/drawing/2014/main" id="{C8B55DC3-B0BB-1A63-3856-BFC8FAD39215}"/>
              </a:ext>
            </a:extLst>
          </p:cNvPr>
          <p:cNvSpPr>
            <a:spLocks noGrp="1"/>
          </p:cNvSpPr>
          <p:nvPr>
            <p:ph idx="1"/>
          </p:nvPr>
        </p:nvSpPr>
        <p:spPr>
          <a:xfrm>
            <a:off x="838200" y="1524000"/>
            <a:ext cx="10515600" cy="4652963"/>
          </a:xfrm>
        </p:spPr>
        <p:txBody>
          <a:bodyPr/>
          <a:lstStyle/>
          <a:p>
            <a:pPr algn="l"/>
            <a:r>
              <a:rPr lang="tr-TR" sz="2800" b="0" i="1" u="none" strike="noStrike" baseline="0" dirty="0">
                <a:solidFill>
                  <a:srgbClr val="994806"/>
                </a:solidFill>
                <a:latin typeface="Calibri-Italic"/>
              </a:rPr>
              <a:t>girişimcilikte başarısızlık nedenleri beş başlık altında incelenebilir:</a:t>
            </a:r>
          </a:p>
          <a:p>
            <a:pPr algn="l"/>
            <a:r>
              <a:rPr lang="tr-TR" dirty="0"/>
              <a:t>• Uygun Olmayan Kuruluş Yeri</a:t>
            </a:r>
          </a:p>
          <a:p>
            <a:pPr algn="l"/>
            <a:r>
              <a:rPr lang="tr-TR" dirty="0"/>
              <a:t>• Zamanlama</a:t>
            </a:r>
          </a:p>
          <a:p>
            <a:pPr algn="l"/>
            <a:r>
              <a:rPr lang="tr-TR" dirty="0"/>
              <a:t>• Yetersiz Sermaye</a:t>
            </a:r>
          </a:p>
          <a:p>
            <a:pPr algn="l"/>
            <a:r>
              <a:rPr lang="tr-TR" dirty="0"/>
              <a:t>• Rekabet Koşulları ve</a:t>
            </a:r>
          </a:p>
          <a:p>
            <a:pPr algn="l"/>
            <a:r>
              <a:rPr lang="tr-TR" dirty="0"/>
              <a:t>• Girişimciye İlişkin Eksiklikler</a:t>
            </a:r>
          </a:p>
        </p:txBody>
      </p:sp>
    </p:spTree>
    <p:extLst>
      <p:ext uri="{BB962C8B-B14F-4D97-AF65-F5344CB8AC3E}">
        <p14:creationId xmlns:p14="http://schemas.microsoft.com/office/powerpoint/2010/main" val="2429138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E7AEF8B-23B7-282E-7A3E-909F3552D101}"/>
              </a:ext>
            </a:extLst>
          </p:cNvPr>
          <p:cNvSpPr>
            <a:spLocks noGrp="1"/>
          </p:cNvSpPr>
          <p:nvPr>
            <p:ph type="title"/>
          </p:nvPr>
        </p:nvSpPr>
        <p:spPr/>
        <p:txBody>
          <a:bodyPr/>
          <a:lstStyle/>
          <a:p>
            <a:r>
              <a:rPr lang="tr-TR" dirty="0"/>
              <a:t>Uygun Olmayan Kuruluş Yeri</a:t>
            </a:r>
          </a:p>
        </p:txBody>
      </p:sp>
      <p:sp>
        <p:nvSpPr>
          <p:cNvPr id="3" name="İçerik Yer Tutucusu 2">
            <a:extLst>
              <a:ext uri="{FF2B5EF4-FFF2-40B4-BE49-F238E27FC236}">
                <a16:creationId xmlns:a16="http://schemas.microsoft.com/office/drawing/2014/main" id="{40C81F6E-A3D0-94F8-75CA-2458750F74C7}"/>
              </a:ext>
            </a:extLst>
          </p:cNvPr>
          <p:cNvSpPr>
            <a:spLocks noGrp="1"/>
          </p:cNvSpPr>
          <p:nvPr>
            <p:ph idx="1"/>
          </p:nvPr>
        </p:nvSpPr>
        <p:spPr/>
        <p:txBody>
          <a:bodyPr>
            <a:normAutofit/>
          </a:bodyPr>
          <a:lstStyle/>
          <a:p>
            <a:r>
              <a:rPr lang="tr-TR" dirty="0"/>
              <a:t>Kuruluş yeri, girişimciler açısından, işletme kurmanın en önemli ve detaylı inceleme ve araştırmayı gerektiren aşamalarından biridir.</a:t>
            </a:r>
          </a:p>
          <a:p>
            <a:r>
              <a:rPr lang="tr-TR" dirty="0"/>
              <a:t>Bir tesisin üzerinde kurulu bulunduğu, işletmenin faaliyet gösterdiği yerin, en uygun kuruluş yeri olması, girişimciyi başarıya ulaştıracak gereklilikleri karşılaması önemlidir.</a:t>
            </a:r>
          </a:p>
          <a:p>
            <a:r>
              <a:rPr lang="tr-TR" dirty="0"/>
              <a:t>Kuruluş yeri, aynı zamanda işletmenin sabite yakın faktörlerinden biridir. Personel, makine ekipman hatta bina içi ve dışı düzenlemeler ve teknoloji zaman içinde ya da ihtiyaç duyulduğunda bir şekilde değiştirilebilir. Fakat çoğu </a:t>
            </a:r>
            <a:r>
              <a:rPr lang="tr-TR"/>
              <a:t>kez kuruluş yerinin </a:t>
            </a:r>
            <a:r>
              <a:rPr lang="tr-TR" dirty="0"/>
              <a:t>değiştirilmesi bunlardan çok daha zor olmaktadır.</a:t>
            </a:r>
          </a:p>
        </p:txBody>
      </p:sp>
    </p:spTree>
    <p:extLst>
      <p:ext uri="{BB962C8B-B14F-4D97-AF65-F5344CB8AC3E}">
        <p14:creationId xmlns:p14="http://schemas.microsoft.com/office/powerpoint/2010/main" val="3341528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E68D91-81EF-66C5-15A5-AA0F0AE2E75D}"/>
              </a:ext>
            </a:extLst>
          </p:cNvPr>
          <p:cNvSpPr>
            <a:spLocks noGrp="1"/>
          </p:cNvSpPr>
          <p:nvPr>
            <p:ph type="title"/>
          </p:nvPr>
        </p:nvSpPr>
        <p:spPr/>
        <p:txBody>
          <a:bodyPr/>
          <a:lstStyle/>
          <a:p>
            <a:r>
              <a:rPr lang="tr-TR" dirty="0"/>
              <a:t>Zamanlama</a:t>
            </a:r>
          </a:p>
        </p:txBody>
      </p:sp>
      <p:sp>
        <p:nvSpPr>
          <p:cNvPr id="3" name="İçerik Yer Tutucusu 2">
            <a:extLst>
              <a:ext uri="{FF2B5EF4-FFF2-40B4-BE49-F238E27FC236}">
                <a16:creationId xmlns:a16="http://schemas.microsoft.com/office/drawing/2014/main" id="{5135F339-82C8-5FA4-6754-6469B6CF4CE9}"/>
              </a:ext>
            </a:extLst>
          </p:cNvPr>
          <p:cNvSpPr>
            <a:spLocks noGrp="1"/>
          </p:cNvSpPr>
          <p:nvPr>
            <p:ph idx="1"/>
          </p:nvPr>
        </p:nvSpPr>
        <p:spPr/>
        <p:txBody>
          <a:bodyPr/>
          <a:lstStyle/>
          <a:p>
            <a:pPr algn="l"/>
            <a:r>
              <a:rPr lang="tr-TR" sz="2800" b="0" i="0" u="none" strike="noStrike" baseline="0" dirty="0">
                <a:latin typeface="Calibri" panose="020F0502020204030204" pitchFamily="34" charset="0"/>
              </a:rPr>
              <a:t>Zamanlama, işletme kuruluyken piyasa koşulları, rakiplerin durumu, genel ekonomik göstergeler, kaynak akışı gibi yönlerden, doğru zamanda ortaya çıkma, doğru zamanda yatırım kararı alma ve yatırımı gerçekleştirmeyi ifade etmektedir.</a:t>
            </a:r>
          </a:p>
          <a:p>
            <a:pPr algn="l"/>
            <a:r>
              <a:rPr lang="tr-TR" sz="2800" b="0" i="0" u="none" strike="noStrike" baseline="0" dirty="0">
                <a:latin typeface="Calibri" panose="020F0502020204030204" pitchFamily="34" charset="0"/>
              </a:rPr>
              <a:t>Doğru zamanda yatırım yapılması önemli bir başarı nedeni iken zamanlamanın doğru olmayışı, girişimcilikte önemli bir başarısızlık nedenidir.</a:t>
            </a:r>
            <a:endParaRPr lang="tr-TR" dirty="0"/>
          </a:p>
        </p:txBody>
      </p:sp>
    </p:spTree>
    <p:extLst>
      <p:ext uri="{BB962C8B-B14F-4D97-AF65-F5344CB8AC3E}">
        <p14:creationId xmlns:p14="http://schemas.microsoft.com/office/powerpoint/2010/main" val="1718371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BE78C8B-3257-E728-8A8A-DA7EC35567C2}"/>
              </a:ext>
            </a:extLst>
          </p:cNvPr>
          <p:cNvSpPr>
            <a:spLocks noGrp="1"/>
          </p:cNvSpPr>
          <p:nvPr>
            <p:ph type="title"/>
          </p:nvPr>
        </p:nvSpPr>
        <p:spPr/>
        <p:txBody>
          <a:bodyPr/>
          <a:lstStyle/>
          <a:p>
            <a:r>
              <a:rPr lang="tr-TR" dirty="0"/>
              <a:t>Yetersiz Sermaye</a:t>
            </a:r>
          </a:p>
        </p:txBody>
      </p:sp>
      <p:sp>
        <p:nvSpPr>
          <p:cNvPr id="3" name="İçerik Yer Tutucusu 2">
            <a:extLst>
              <a:ext uri="{FF2B5EF4-FFF2-40B4-BE49-F238E27FC236}">
                <a16:creationId xmlns:a16="http://schemas.microsoft.com/office/drawing/2014/main" id="{D54A41C6-7E2B-FB46-5385-BFB9A99726EA}"/>
              </a:ext>
            </a:extLst>
          </p:cNvPr>
          <p:cNvSpPr>
            <a:spLocks noGrp="1"/>
          </p:cNvSpPr>
          <p:nvPr>
            <p:ph idx="1"/>
          </p:nvPr>
        </p:nvSpPr>
        <p:spPr/>
        <p:txBody>
          <a:bodyPr/>
          <a:lstStyle/>
          <a:p>
            <a:pPr algn="l"/>
            <a:r>
              <a:rPr lang="tr-TR" sz="2800" b="0" i="0" u="none" strike="noStrike" baseline="0" dirty="0">
                <a:latin typeface="Calibri" panose="020F0502020204030204" pitchFamily="34" charset="0"/>
              </a:rPr>
              <a:t>Sermaye genel olarak bir işe girişirken sahip olunması gereken fonların toplamını, özellikle nakit anlamındaki veya nakit yerine geçebilecek değerleri ifade etmektedir.</a:t>
            </a:r>
          </a:p>
          <a:p>
            <a:pPr algn="l"/>
            <a:r>
              <a:rPr lang="tr-TR" sz="2800" b="0" i="0" u="none" strike="noStrike" baseline="0" dirty="0">
                <a:latin typeface="Calibri" panose="020F0502020204030204" pitchFamily="34" charset="0"/>
              </a:rPr>
              <a:t>Sermaye kavramı, yatırımın gerçekleştirilmesi ve sürdürülmesi bakımından iki kısımda incelenmektedir. Bunlar;</a:t>
            </a:r>
          </a:p>
          <a:p>
            <a:pPr algn="l"/>
            <a:r>
              <a:rPr lang="tr-TR" sz="2800" b="0" i="0" u="none" strike="noStrike" baseline="0" dirty="0">
                <a:latin typeface="SymbolMT"/>
              </a:rPr>
              <a:t>• </a:t>
            </a:r>
            <a:r>
              <a:rPr lang="tr-TR" sz="2800" b="0" i="0" u="none" strike="noStrike" baseline="0" dirty="0">
                <a:latin typeface="Calibri" panose="020F0502020204030204" pitchFamily="34" charset="0"/>
              </a:rPr>
              <a:t>Yatırım sermayesi ve</a:t>
            </a:r>
          </a:p>
          <a:p>
            <a:pPr algn="l"/>
            <a:r>
              <a:rPr lang="tr-TR" sz="2800" b="0" i="0" u="none" strike="noStrike" baseline="0" dirty="0">
                <a:latin typeface="SymbolMT"/>
              </a:rPr>
              <a:t>• </a:t>
            </a:r>
            <a:r>
              <a:rPr lang="tr-TR" sz="2800" b="0" i="0" u="none" strike="noStrike" baseline="0" dirty="0">
                <a:latin typeface="Calibri" panose="020F0502020204030204" pitchFamily="34" charset="0"/>
              </a:rPr>
              <a:t>İşletme sermayesidir.</a:t>
            </a:r>
            <a:endParaRPr lang="tr-TR" dirty="0"/>
          </a:p>
        </p:txBody>
      </p:sp>
    </p:spTree>
    <p:extLst>
      <p:ext uri="{BB962C8B-B14F-4D97-AF65-F5344CB8AC3E}">
        <p14:creationId xmlns:p14="http://schemas.microsoft.com/office/powerpoint/2010/main" val="3531567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3842B6A-BF9B-26CD-3E3D-50CBB30FB1F6}"/>
              </a:ext>
            </a:extLst>
          </p:cNvPr>
          <p:cNvSpPr>
            <a:spLocks noGrp="1"/>
          </p:cNvSpPr>
          <p:nvPr>
            <p:ph idx="1"/>
          </p:nvPr>
        </p:nvSpPr>
        <p:spPr>
          <a:xfrm>
            <a:off x="838200" y="1150376"/>
            <a:ext cx="10515600" cy="4351338"/>
          </a:xfrm>
        </p:spPr>
        <p:txBody>
          <a:bodyPr>
            <a:normAutofit lnSpcReduction="10000"/>
          </a:bodyPr>
          <a:lstStyle/>
          <a:p>
            <a:pPr algn="l"/>
            <a:r>
              <a:rPr lang="tr-TR" sz="2800" b="0" i="1" u="none" strike="noStrike" baseline="0" dirty="0">
                <a:solidFill>
                  <a:srgbClr val="994806"/>
                </a:solidFill>
                <a:latin typeface="Calibri-Italic"/>
              </a:rPr>
              <a:t>Yatırım sermayesi; </a:t>
            </a:r>
            <a:r>
              <a:rPr lang="tr-TR" sz="2800" b="0" i="0" u="none" strike="noStrike" baseline="0" dirty="0">
                <a:solidFill>
                  <a:srgbClr val="000000"/>
                </a:solidFill>
                <a:latin typeface="Calibri" panose="020F0502020204030204" pitchFamily="34" charset="0"/>
              </a:rPr>
              <a:t>işletmenin kurulup işe başlaması için gereken parasal değeri ifade etmektedir. Bu rakamın içinde maddi varlıklarla birlikte üretim </a:t>
            </a:r>
            <a:r>
              <a:rPr lang="tr-TR" sz="2800" b="0" i="0" u="none" strike="noStrike" baseline="0" dirty="0">
                <a:latin typeface="Calibri" panose="020F0502020204030204" pitchFamily="34" charset="0"/>
              </a:rPr>
              <a:t>yapma veya ilgili faaliyeti gösterme bakımından alınması gerekli izinler ve sahip olunması gereken haklar anlamında maddi olmayan varlıklar da yer almaktadır.</a:t>
            </a:r>
          </a:p>
          <a:p>
            <a:pPr algn="l"/>
            <a:r>
              <a:rPr kumimoji="0" lang="tr-TR" sz="2800" b="0" i="1" u="none" strike="noStrike" kern="1200" cap="none" spc="0" normalizeH="0" baseline="0" noProof="0" dirty="0">
                <a:ln>
                  <a:noFill/>
                </a:ln>
                <a:solidFill>
                  <a:srgbClr val="994806"/>
                </a:solidFill>
                <a:effectLst/>
                <a:uLnTx/>
                <a:uFillTx/>
                <a:latin typeface="Calibri-Italic"/>
                <a:ea typeface="+mn-ea"/>
                <a:cs typeface="+mn-cs"/>
              </a:rPr>
              <a:t>İşletme sermayesi; </a:t>
            </a:r>
            <a:r>
              <a:rPr lang="tr-TR" sz="2800" b="0" u="none" strike="noStrike" baseline="0" dirty="0">
                <a:latin typeface="Calibri-Italic"/>
              </a:rPr>
              <a:t>İşletme faaliyetlerine başladıktan ilk kazancını elde edinceye kadar geçen süre içerisinde yapılacak ödemeleri karşılamak için gereken sermayeye </a:t>
            </a:r>
            <a:r>
              <a:rPr lang="es-ES" sz="2800" b="0" u="none" strike="noStrike" baseline="0" dirty="0">
                <a:latin typeface="Calibri-Italic"/>
              </a:rPr>
              <a:t>de işletme sermayesi veya çalışma sermayesi denmektedir.</a:t>
            </a:r>
            <a:r>
              <a:rPr lang="tr-TR" sz="2800" b="0" u="none" strike="noStrike" baseline="0" dirty="0">
                <a:latin typeface="Calibri-Italic"/>
              </a:rPr>
              <a:t> iş gücü ücretleri, ham madde veya yarı mamul maliyetleri ile enerji, vergi vb. ödemeleri için gerekli sermayeyi ifade etmektedir.</a:t>
            </a:r>
            <a:endParaRPr lang="tr-TR" dirty="0"/>
          </a:p>
        </p:txBody>
      </p:sp>
    </p:spTree>
    <p:extLst>
      <p:ext uri="{BB962C8B-B14F-4D97-AF65-F5344CB8AC3E}">
        <p14:creationId xmlns:p14="http://schemas.microsoft.com/office/powerpoint/2010/main" val="2702938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F86633-2E7E-5B51-6E0D-88CB5AEBB8BF}"/>
              </a:ext>
            </a:extLst>
          </p:cNvPr>
          <p:cNvSpPr>
            <a:spLocks noGrp="1"/>
          </p:cNvSpPr>
          <p:nvPr>
            <p:ph type="title"/>
          </p:nvPr>
        </p:nvSpPr>
        <p:spPr/>
        <p:txBody>
          <a:bodyPr/>
          <a:lstStyle/>
          <a:p>
            <a:r>
              <a:rPr lang="tr-TR" sz="4400" i="0" u="none" strike="noStrike" baseline="0" dirty="0">
                <a:latin typeface="Calibri-Bold"/>
              </a:rPr>
              <a:t>Rekabet Koşulları</a:t>
            </a:r>
            <a:endParaRPr lang="tr-TR" dirty="0"/>
          </a:p>
        </p:txBody>
      </p:sp>
      <p:sp>
        <p:nvSpPr>
          <p:cNvPr id="3" name="İçerik Yer Tutucusu 2">
            <a:extLst>
              <a:ext uri="{FF2B5EF4-FFF2-40B4-BE49-F238E27FC236}">
                <a16:creationId xmlns:a16="http://schemas.microsoft.com/office/drawing/2014/main" id="{B52CF683-DCFF-9CA0-B13D-AF580B321FD8}"/>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İşletmeler pazarda, lider, izleyici, meydan okuyucu gibi farklı pozisyon veya konumlarda faaliyet gösterdikleri gibi, pazarın yapısı da monopol, tam rekabet piyasası gibi farklılıklar göstermektedir. Pazara yeni giren bir girişimci, kendi kaynakları ile birlikte, rakipleri ve piyasa yapısını da dikkate alarak kendisine bir hedef Pazar belirlemelidir. Hedef pazar, işletmenin kaynaklarını yönlendireceği pazar bölümünü ifade etmekte olup bu bazen pazarın tamamı bazen de işletme kaynakları yetersiz veya rekabet şiddetli ise belli bir bölümü olabilir.</a:t>
            </a:r>
            <a:endParaRPr lang="tr-TR" dirty="0"/>
          </a:p>
        </p:txBody>
      </p:sp>
    </p:spTree>
    <p:extLst>
      <p:ext uri="{BB962C8B-B14F-4D97-AF65-F5344CB8AC3E}">
        <p14:creationId xmlns:p14="http://schemas.microsoft.com/office/powerpoint/2010/main" val="1196868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246BC05-45F8-31B5-98E9-7CFCBDA590AE}"/>
              </a:ext>
            </a:extLst>
          </p:cNvPr>
          <p:cNvSpPr>
            <a:spLocks noGrp="1"/>
          </p:cNvSpPr>
          <p:nvPr>
            <p:ph idx="1"/>
          </p:nvPr>
        </p:nvSpPr>
        <p:spPr>
          <a:xfrm>
            <a:off x="838200" y="534572"/>
            <a:ext cx="10515600" cy="5642391"/>
          </a:xfrm>
        </p:spPr>
        <p:txBody>
          <a:bodyPr>
            <a:normAutofit fontScale="70000" lnSpcReduction="20000"/>
          </a:bodyPr>
          <a:lstStyle/>
          <a:p>
            <a:r>
              <a:rPr lang="tr-TR" dirty="0"/>
              <a:t>Tam rekabet piyasası:  Bu piyasada çok sayıda alıcı ve satıcı bulunmaktadır. Piyasaya giriş ve çıkış serbesttir. Tüm satıcılar ve alıcılar aynı türden (benzer) mallar üzerinde işlem yapmaktadır. Bir alıcı aynı ürünü herhangi bir satıcıdan alabileceğini bilmektedir. Bütün işlemler açık olarak yapılmaktadır.  Tam rekabetin varlığı şu 5 koşul bağlıdır:</a:t>
            </a:r>
          </a:p>
          <a:p>
            <a:r>
              <a:rPr lang="tr-TR" dirty="0"/>
              <a:t>  Piyasada çok sayıda alıcı ve satıcı vardır. Her üretici, piyasa arzının çok önemsiz payını karşılar. Böylece tek bir üreticinin kendi bireysel davranışlarıyla piyasa fiyatını etkilemesi mümkün değildir.</a:t>
            </a:r>
          </a:p>
          <a:p>
            <a:r>
              <a:rPr lang="tr-TR" dirty="0"/>
              <a:t>  Mallar kalite bakımından homojendir. Yani bir malın bütün birimleri eş kalitededir. Örneğin; buğday, kömür, şeker, petrol, yumurta, süt bu tür mallardır. Oysa bisküvi, diş macunu, televizyon gibi mallar markalarına göre farklı niteliktedir ya da öyle zannedilir.</a:t>
            </a:r>
          </a:p>
          <a:p>
            <a:r>
              <a:rPr lang="tr-TR" dirty="0"/>
              <a:t>  Alıcıların ya da satıcıların piyasaya giriş çıkışları serbesttir. Örneğin; buğday, kömür, yumurta ve kitap gibi malların satıldığı piyasalardır. Üretim faktörleri çeşitli firma ve endüstriler arasında serbestçe hareket edebilmektedir. Hiçbir sendikal ya da mesleki örgüt bunu engelleyemez. </a:t>
            </a:r>
          </a:p>
          <a:p>
            <a:r>
              <a:rPr lang="tr-TR" dirty="0"/>
              <a:t> Tüketiciler malların kalite ve fiyatı konusunda tam bir bilgi sahibidirler. Böylece aynı malın sırf bilgisizlikten ötürü farklı fiyatlarla satılması imkânsızdır. Bu koşula piyasanın şeffaflığı denir. </a:t>
            </a:r>
          </a:p>
          <a:p>
            <a:r>
              <a:rPr lang="tr-TR" dirty="0"/>
              <a:t> Alıcılar belli bir satıcıyı, satıcılar belli bir alıcıyı tercih etmezler. Böylece piyasada hiç kimsenin özel bir durumu olmaz, herkes bağımsız bir biçimde alışveriş yapabilir.</a:t>
            </a:r>
          </a:p>
        </p:txBody>
      </p:sp>
    </p:spTree>
    <p:extLst>
      <p:ext uri="{BB962C8B-B14F-4D97-AF65-F5344CB8AC3E}">
        <p14:creationId xmlns:p14="http://schemas.microsoft.com/office/powerpoint/2010/main" val="2085628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04BE87D-566F-CB60-29F0-22DB63F3AF42}"/>
              </a:ext>
            </a:extLst>
          </p:cNvPr>
          <p:cNvSpPr>
            <a:spLocks noGrp="1"/>
          </p:cNvSpPr>
          <p:nvPr>
            <p:ph idx="1"/>
          </p:nvPr>
        </p:nvSpPr>
        <p:spPr>
          <a:xfrm>
            <a:off x="838200" y="703385"/>
            <a:ext cx="10515600" cy="5473578"/>
          </a:xfrm>
        </p:spPr>
        <p:txBody>
          <a:bodyPr/>
          <a:lstStyle/>
          <a:p>
            <a:r>
              <a:rPr lang="tr-TR" dirty="0"/>
              <a:t>Eksik Rekabet Piyasası  Tam rekabetin var olabilmesi için mutlaka bulunması gereken koşullardan birinin, birkaçının ya da tümünün aksaması durumunda oluşan piyasadır. Gerçek hayatta, esas itibariyle eksik rekabet piyasaları bulunur</a:t>
            </a:r>
          </a:p>
          <a:p>
            <a:r>
              <a:rPr lang="tr-TR" dirty="0"/>
              <a:t>Eksik rekabet piyasası “satıcılar” ve “alıcılar yönünden” olmak üzere iki grupta yer alan piyasa türlerinden oluşur.</a:t>
            </a:r>
          </a:p>
          <a:p>
            <a:r>
              <a:rPr lang="tr-TR" b="1" dirty="0"/>
              <a:t>Monopol (Tekel) piyasası: </a:t>
            </a:r>
            <a:r>
              <a:rPr lang="tr-TR" dirty="0"/>
              <a:t>Tek satıcı ve çok alıcının bulunduğu piyasadır. Buna göre tek satıcı firma fiyatı belirleyecek, alıcılar ise bu fiyatı kabul edeceklerdir. Piyasaya yeni firmaların girmesi, oldukça etkili engellerle kısıtlanır. Bu engeller; yasal, teknolojik ve ekonomik olabilir. Örneğin, ülkemizde demir yolu taşımacılığı sadece devlet tarafından yapılmaktadır.</a:t>
            </a:r>
          </a:p>
        </p:txBody>
      </p:sp>
    </p:spTree>
    <p:extLst>
      <p:ext uri="{BB962C8B-B14F-4D97-AF65-F5344CB8AC3E}">
        <p14:creationId xmlns:p14="http://schemas.microsoft.com/office/powerpoint/2010/main" val="751862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5DC0DF9-3A07-5A12-6BFD-38E2254AAD2E}"/>
              </a:ext>
            </a:extLst>
          </p:cNvPr>
          <p:cNvSpPr>
            <a:spLocks noGrp="1"/>
          </p:cNvSpPr>
          <p:nvPr>
            <p:ph idx="1"/>
          </p:nvPr>
        </p:nvSpPr>
        <p:spPr>
          <a:xfrm>
            <a:off x="838200" y="661182"/>
            <a:ext cx="10515600" cy="5515781"/>
          </a:xfrm>
        </p:spPr>
        <p:txBody>
          <a:bodyPr/>
          <a:lstStyle/>
          <a:p>
            <a:r>
              <a:rPr lang="tr-TR" b="1" dirty="0"/>
              <a:t>Oligopol piyasası: </a:t>
            </a:r>
            <a:r>
              <a:rPr lang="tr-TR" dirty="0"/>
              <a:t>Bir mal veya hizmet piyasasında satıcılar az bunun yanında alıcılar çok sayıda ise, bu tür piyasalara oligopol piyasası denir. Bu tür piyasalarda firmalar homojen veya farklılaştırılmış ürünler satarlar ve piyasaya girişi kısıtlayan önemli engeller vardır. Oligopol piyasasında faaliyette bulunan az sayıda büyük firmanın, karşılıklı olarak birbirleriyle bağımlılık içerisinde oldukları varsayılır. Firmalardan birisinin üretim ve satış konusunda alacağı karar diğer firmaların da kararlarım etkilemektedir. Örneğin; şeker, çimento, deterjan, otomobil ve çelik piyasaları.  Oligopol piyasasının </a:t>
            </a:r>
            <a:r>
              <a:rPr lang="tr-TR" dirty="0" err="1"/>
              <a:t>düopol</a:t>
            </a:r>
            <a:r>
              <a:rPr lang="tr-TR" dirty="0"/>
              <a:t> ve </a:t>
            </a:r>
            <a:r>
              <a:rPr lang="tr-TR" dirty="0" err="1"/>
              <a:t>tripol</a:t>
            </a:r>
            <a:r>
              <a:rPr lang="tr-TR" dirty="0"/>
              <a:t> olarak </a:t>
            </a:r>
            <a:r>
              <a:rPr lang="tr-TR" dirty="0" err="1"/>
              <a:t>adLandırılan</a:t>
            </a:r>
            <a:r>
              <a:rPr lang="tr-TR" dirty="0"/>
              <a:t> iki özel şekli bulunmaktadır:</a:t>
            </a:r>
          </a:p>
        </p:txBody>
      </p:sp>
    </p:spTree>
    <p:extLst>
      <p:ext uri="{BB962C8B-B14F-4D97-AF65-F5344CB8AC3E}">
        <p14:creationId xmlns:p14="http://schemas.microsoft.com/office/powerpoint/2010/main" val="2209463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E8CFEB0-3D5E-92B9-8624-387B635B3445}"/>
              </a:ext>
            </a:extLst>
          </p:cNvPr>
          <p:cNvSpPr>
            <a:spLocks noGrp="1"/>
          </p:cNvSpPr>
          <p:nvPr>
            <p:ph idx="1"/>
          </p:nvPr>
        </p:nvSpPr>
        <p:spPr>
          <a:xfrm>
            <a:off x="838200" y="675249"/>
            <a:ext cx="10515600" cy="5501714"/>
          </a:xfrm>
        </p:spPr>
        <p:txBody>
          <a:bodyPr/>
          <a:lstStyle/>
          <a:p>
            <a:r>
              <a:rPr lang="tr-TR" b="1" dirty="0"/>
              <a:t>Monopolcü (tekelci) rekabet piyasası: </a:t>
            </a:r>
            <a:r>
              <a:rPr lang="tr-TR" dirty="0"/>
              <a:t>Farklılaşmış bir malı satan çok sayıda firmanın bulunduğu piyasadır. Piyasada firmaların çok sayıda olması piyasanın rekabetçi, ürettiği malın homojen bir mal yerine farklılaştırılmış bir mal olması da monopolcü özelliğini gösterir. Bu piyasada bulunan firmalar genelde aynı sınıf ürünü üretmelerine rağmen her ürün, diğer firmaların ürünlerinden ayrılacak şekilde bazı özelliklere sahiptir. Örneğin, ayakkabı ve hazır giyim piyasası gibi.</a:t>
            </a:r>
          </a:p>
        </p:txBody>
      </p:sp>
    </p:spTree>
    <p:extLst>
      <p:ext uri="{BB962C8B-B14F-4D97-AF65-F5344CB8AC3E}">
        <p14:creationId xmlns:p14="http://schemas.microsoft.com/office/powerpoint/2010/main" val="2599013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24CBAB71-08D2-3C10-C76C-49C8F4BAA9D4}"/>
              </a:ext>
            </a:extLst>
          </p:cNvPr>
          <p:cNvPicPr>
            <a:picLocks noGrp="1" noChangeAspect="1"/>
          </p:cNvPicPr>
          <p:nvPr>
            <p:ph idx="1"/>
          </p:nvPr>
        </p:nvPicPr>
        <p:blipFill>
          <a:blip r:embed="rId2"/>
          <a:stretch>
            <a:fillRect/>
          </a:stretch>
        </p:blipFill>
        <p:spPr>
          <a:xfrm>
            <a:off x="838200" y="1701383"/>
            <a:ext cx="10515600" cy="4089382"/>
          </a:xfrm>
        </p:spPr>
      </p:pic>
    </p:spTree>
    <p:extLst>
      <p:ext uri="{BB962C8B-B14F-4D97-AF65-F5344CB8AC3E}">
        <p14:creationId xmlns:p14="http://schemas.microsoft.com/office/powerpoint/2010/main" val="612227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descr="metin, diyagram, plan, teknik çizim içeren bir resim&#10;&#10;Açıklama otomatik olarak oluşturuldu">
            <a:extLst>
              <a:ext uri="{FF2B5EF4-FFF2-40B4-BE49-F238E27FC236}">
                <a16:creationId xmlns:a16="http://schemas.microsoft.com/office/drawing/2014/main" id="{FA2C297A-394B-CB25-2174-B2493D1BA6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1347" y="829994"/>
            <a:ext cx="10621107" cy="5346969"/>
          </a:xfrm>
        </p:spPr>
      </p:pic>
    </p:spTree>
    <p:extLst>
      <p:ext uri="{BB962C8B-B14F-4D97-AF65-F5344CB8AC3E}">
        <p14:creationId xmlns:p14="http://schemas.microsoft.com/office/powerpoint/2010/main" val="929341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E1DDEA5-05F4-E1AD-AD7F-B3ECEEF4ADC3}"/>
              </a:ext>
            </a:extLst>
          </p:cNvPr>
          <p:cNvSpPr>
            <a:spLocks noGrp="1"/>
          </p:cNvSpPr>
          <p:nvPr>
            <p:ph idx="1"/>
          </p:nvPr>
        </p:nvSpPr>
        <p:spPr/>
        <p:txBody>
          <a:bodyPr/>
          <a:lstStyle/>
          <a:p>
            <a:r>
              <a:rPr lang="tr-TR" dirty="0"/>
              <a:t>Girişimci, işletmeyi kurup faaliyet göstereceği pazarı belirlemeden önce, rakiplerini araştırmalı, yapacağı, örneğin bir </a:t>
            </a:r>
            <a:r>
              <a:rPr lang="tr-TR" dirty="0" err="1"/>
              <a:t>Swot</a:t>
            </a:r>
            <a:r>
              <a:rPr lang="tr-TR" dirty="0"/>
              <a:t> Analizi ile, rakiplerine olan üstün ve zayıf yönlerini ortaya koymalıdır. Bu doğrultuda rekabet edebileceği, amaçlarına ulaşabileceği bir pazarı tercih etmelidir.</a:t>
            </a:r>
          </a:p>
        </p:txBody>
      </p:sp>
    </p:spTree>
    <p:extLst>
      <p:ext uri="{BB962C8B-B14F-4D97-AF65-F5344CB8AC3E}">
        <p14:creationId xmlns:p14="http://schemas.microsoft.com/office/powerpoint/2010/main" val="1622707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F04559-469C-FB42-F8DA-889649FAA739}"/>
              </a:ext>
            </a:extLst>
          </p:cNvPr>
          <p:cNvSpPr>
            <a:spLocks noGrp="1"/>
          </p:cNvSpPr>
          <p:nvPr>
            <p:ph type="title"/>
          </p:nvPr>
        </p:nvSpPr>
        <p:spPr/>
        <p:txBody>
          <a:bodyPr/>
          <a:lstStyle/>
          <a:p>
            <a:r>
              <a:rPr lang="tr-TR" sz="4400" i="0" u="none" strike="noStrike" baseline="0" dirty="0">
                <a:latin typeface="Calibri-Bold"/>
              </a:rPr>
              <a:t>Girişimciye İlişkin Eksiklikler</a:t>
            </a:r>
            <a:endParaRPr lang="tr-TR" dirty="0"/>
          </a:p>
        </p:txBody>
      </p:sp>
      <p:sp>
        <p:nvSpPr>
          <p:cNvPr id="3" name="İçerik Yer Tutucusu 2">
            <a:extLst>
              <a:ext uri="{FF2B5EF4-FFF2-40B4-BE49-F238E27FC236}">
                <a16:creationId xmlns:a16="http://schemas.microsoft.com/office/drawing/2014/main" id="{AF14EE74-DE30-0815-324E-608506C8919C}"/>
              </a:ext>
            </a:extLst>
          </p:cNvPr>
          <p:cNvSpPr>
            <a:spLocks noGrp="1"/>
          </p:cNvSpPr>
          <p:nvPr>
            <p:ph idx="1"/>
          </p:nvPr>
        </p:nvSpPr>
        <p:spPr/>
        <p:txBody>
          <a:bodyPr/>
          <a:lstStyle/>
          <a:p>
            <a:pPr algn="l"/>
            <a:r>
              <a:rPr lang="tr-TR" sz="2800" b="0" i="0" u="none" strike="noStrike" baseline="0" dirty="0">
                <a:latin typeface="Calibri" panose="020F0502020204030204" pitchFamily="34" charset="0"/>
              </a:rPr>
              <a:t>Her girişimci aynı düzeyde ticaret bilgisine sahip olamamaktadır. Kimi girişimciler aileden gelen bir ticaret bilgisine sahipken kimisi de bu konuda eğitim alarak belli bir birikime sahip olabilirler.</a:t>
            </a:r>
          </a:p>
          <a:p>
            <a:pPr algn="l"/>
            <a:r>
              <a:rPr lang="tr-TR" sz="2800" b="0" i="0" u="none" strike="noStrike" baseline="0" dirty="0">
                <a:latin typeface="Calibri" panose="020F0502020204030204" pitchFamily="34" charset="0"/>
              </a:rPr>
              <a:t>Yeterince deneyime sahip olmayan kişilerin, gereken hazırlıkları da yapmaksızın, zaman zaman bir işe soyundukları görülmektedir. Cesaret girişimci açısından son derece önemli bir niteliktir. Ancak hazırlıklı</a:t>
            </a:r>
            <a:r>
              <a:rPr lang="tr-TR" dirty="0">
                <a:latin typeface="Calibri" panose="020F0502020204030204" pitchFamily="34" charset="0"/>
              </a:rPr>
              <a:t> </a:t>
            </a:r>
            <a:r>
              <a:rPr lang="tr-TR" sz="2800" b="0" i="0" u="none" strike="noStrike" baseline="0" dirty="0">
                <a:latin typeface="Calibri" panose="020F0502020204030204" pitchFamily="34" charset="0"/>
              </a:rPr>
              <a:t>olmadan, yalnızca cesaretle iş hayatına atılmak, cesaretin sağlayacağı avantajı da riske dönüştürmek anlamına gelir</a:t>
            </a:r>
            <a:endParaRPr lang="tr-TR" dirty="0"/>
          </a:p>
        </p:txBody>
      </p:sp>
    </p:spTree>
    <p:extLst>
      <p:ext uri="{BB962C8B-B14F-4D97-AF65-F5344CB8AC3E}">
        <p14:creationId xmlns:p14="http://schemas.microsoft.com/office/powerpoint/2010/main" val="8935785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08D415-5D4A-92FA-F06E-EABEC3A3023F}"/>
              </a:ext>
            </a:extLst>
          </p:cNvPr>
          <p:cNvSpPr>
            <a:spLocks noGrp="1"/>
          </p:cNvSpPr>
          <p:nvPr>
            <p:ph type="title"/>
          </p:nvPr>
        </p:nvSpPr>
        <p:spPr/>
        <p:txBody>
          <a:bodyPr/>
          <a:lstStyle/>
          <a:p>
            <a:r>
              <a:rPr lang="tr-TR" dirty="0"/>
              <a:t>KÜÇÜK İŞLETMELERİN EN ÖNEMLİ ON YANLIŞI</a:t>
            </a:r>
          </a:p>
        </p:txBody>
      </p:sp>
      <p:sp>
        <p:nvSpPr>
          <p:cNvPr id="3" name="İçerik Yer Tutucusu 2">
            <a:extLst>
              <a:ext uri="{FF2B5EF4-FFF2-40B4-BE49-F238E27FC236}">
                <a16:creationId xmlns:a16="http://schemas.microsoft.com/office/drawing/2014/main" id="{C881A731-78D6-D810-9414-6F6062202FF0}"/>
              </a:ext>
            </a:extLst>
          </p:cNvPr>
          <p:cNvSpPr>
            <a:spLocks noGrp="1"/>
          </p:cNvSpPr>
          <p:nvPr>
            <p:ph idx="1"/>
          </p:nvPr>
        </p:nvSpPr>
        <p:spPr/>
        <p:txBody>
          <a:bodyPr/>
          <a:lstStyle/>
          <a:p>
            <a:pPr algn="l"/>
            <a:r>
              <a:rPr lang="tr-TR" sz="2800" b="0" i="0" u="none" strike="noStrike" baseline="0" dirty="0">
                <a:latin typeface="Calibri" panose="020F0502020204030204" pitchFamily="34" charset="0"/>
              </a:rPr>
              <a:t>Amerika’daki 25 milyon küçük işletme, toplam istihdamın % 99.7’sini sağlamaktadır. Küçük İşletme Bilgi Sitesi (www.bizmove.com), tavsiyelerde bulunarak ve rehberlik yaparak küçük işletmelerin büyümesine yardımcı olmaktadır. Bu sitede yayınlanan bir araştırmaya göre en önemli yanlışlar:</a:t>
            </a:r>
            <a:endParaRPr lang="tr-TR" dirty="0"/>
          </a:p>
        </p:txBody>
      </p:sp>
    </p:spTree>
    <p:extLst>
      <p:ext uri="{BB962C8B-B14F-4D97-AF65-F5344CB8AC3E}">
        <p14:creationId xmlns:p14="http://schemas.microsoft.com/office/powerpoint/2010/main" val="11406021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F7713E1-3BBD-3A6C-3EC0-C467241184DD}"/>
              </a:ext>
            </a:extLst>
          </p:cNvPr>
          <p:cNvSpPr>
            <a:spLocks noGrp="1"/>
          </p:cNvSpPr>
          <p:nvPr>
            <p:ph sz="half" idx="1"/>
          </p:nvPr>
        </p:nvSpPr>
        <p:spPr/>
        <p:txBody>
          <a:bodyPr>
            <a:normAutofit fontScale="77500" lnSpcReduction="20000"/>
          </a:bodyPr>
          <a:lstStyle/>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Bir fikre saplanıp uzun süre onda ısrar etmek </a:t>
            </a:r>
            <a:r>
              <a:rPr lang="tr-TR" sz="2800" b="0" i="0" u="none" strike="noStrike" baseline="0" dirty="0">
                <a:solidFill>
                  <a:srgbClr val="000000"/>
                </a:solidFill>
                <a:latin typeface="Calibri" panose="020F0502020204030204" pitchFamily="34" charset="0"/>
              </a:rPr>
              <a:t>(Birçok fikir seçip hangisinin daha fazla para ve başarı getireceğini düşünmek.)</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Pazarlama Planı Olmaması </a:t>
            </a:r>
            <a:r>
              <a:rPr lang="tr-TR" sz="2800" b="0" i="0" u="none" strike="noStrike" baseline="0" dirty="0">
                <a:solidFill>
                  <a:srgbClr val="000000"/>
                </a:solidFill>
                <a:latin typeface="Calibri" panose="020F0502020204030204" pitchFamily="34" charset="0"/>
              </a:rPr>
              <a:t>(Pazarlama planı doğru hedef kitlenin, firmanın vs. için hangi tür çaba harcayacağınızı belirler. Pazarlama planı insanları kendinize çekmenin yolunu gösterir.)</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Müşterilerini tanımamak </a:t>
            </a:r>
            <a:r>
              <a:rPr lang="tr-TR" sz="2800" b="0" i="0" u="none" strike="noStrike" baseline="0" dirty="0">
                <a:solidFill>
                  <a:srgbClr val="000000"/>
                </a:solidFill>
                <a:latin typeface="Calibri" panose="020F0502020204030204" pitchFamily="34" charset="0"/>
              </a:rPr>
              <a:t>(Müşterilerimizin tercihlerinde ve rakiplerinizin ürün ve hizmetlerindeki değişmeler, müşterilerinizi iyi tanımadığınız taktirde sizi rekabet dışında bırakabilir.)</a:t>
            </a:r>
          </a:p>
        </p:txBody>
      </p:sp>
      <p:sp>
        <p:nvSpPr>
          <p:cNvPr id="5" name="İçerik Yer Tutucusu 4">
            <a:extLst>
              <a:ext uri="{FF2B5EF4-FFF2-40B4-BE49-F238E27FC236}">
                <a16:creationId xmlns:a16="http://schemas.microsoft.com/office/drawing/2014/main" id="{2515A534-3B2E-3C19-E41E-F734623D2F37}"/>
              </a:ext>
            </a:extLst>
          </p:cNvPr>
          <p:cNvSpPr>
            <a:spLocks noGrp="1"/>
          </p:cNvSpPr>
          <p:nvPr>
            <p:ph sz="half" idx="2"/>
          </p:nvPr>
        </p:nvSpPr>
        <p:spPr/>
        <p:txBody>
          <a:bodyPr>
            <a:normAutofit fontScale="77500" lnSpcReduction="20000"/>
          </a:bodyPr>
          <a:lstStyle/>
          <a:p>
            <a:pPr marR="0" lvl="0" fontAlgn="auto">
              <a:spcAft>
                <a:spcPts val="0"/>
              </a:spcAft>
              <a:buClrTx/>
              <a:buSzTx/>
              <a:tabLst/>
              <a:defRPr/>
            </a:pPr>
            <a:r>
              <a:rPr lang="tr-TR" dirty="0">
                <a:solidFill>
                  <a:srgbClr val="994806"/>
                </a:solidFill>
                <a:latin typeface="SymbolMT"/>
              </a:rPr>
              <a:t>• Nakit durumunu önemsememek </a:t>
            </a:r>
            <a:r>
              <a:rPr lang="tr-TR" dirty="0">
                <a:latin typeface="SymbolMT"/>
              </a:rPr>
              <a:t>(Çok süper ürünleriniz olsa bile, yeterli nakdiniz yoksa işinizi devam ettiremezsiniz.)</a:t>
            </a:r>
          </a:p>
          <a:p>
            <a:pPr marR="0" lvl="0" fontAlgn="auto">
              <a:spcAft>
                <a:spcPts val="0"/>
              </a:spcAft>
              <a:buClrTx/>
              <a:buSzTx/>
              <a:tabLst/>
              <a:defRPr/>
            </a:pPr>
            <a:r>
              <a:rPr lang="tr-TR" dirty="0">
                <a:solidFill>
                  <a:srgbClr val="994806"/>
                </a:solidFill>
                <a:latin typeface="SymbolMT"/>
              </a:rPr>
              <a:t>• Çalışanları önemsememek </a:t>
            </a:r>
            <a:r>
              <a:rPr lang="tr-TR" dirty="0">
                <a:latin typeface="SymbolMT"/>
              </a:rPr>
              <a:t>(Günümüzde bir girişimci/işletme sahibinin muhtemelen en önemli mücadelesi personelin motivasyonu, yönlendirilmesi ve yönetimidir.)</a:t>
            </a:r>
          </a:p>
          <a:p>
            <a:pPr marR="0" lvl="0" fontAlgn="auto">
              <a:spcAft>
                <a:spcPts val="0"/>
              </a:spcAft>
              <a:buClrTx/>
              <a:buSzTx/>
              <a:tabLst/>
              <a:defRPr/>
            </a:pPr>
            <a:r>
              <a:rPr lang="tr-TR" dirty="0">
                <a:solidFill>
                  <a:srgbClr val="994806"/>
                </a:solidFill>
                <a:latin typeface="SymbolMT"/>
              </a:rPr>
              <a:t>• İhtimal ile gerçeğin karıştırılması </a:t>
            </a:r>
            <a:r>
              <a:rPr lang="tr-TR" dirty="0">
                <a:latin typeface="SymbolMT"/>
              </a:rPr>
              <a:t>(Başarılı girişimci ihtimallerin olduğu dünyada yaşar fakat parasını gerçeklerin dünyasında harcar.)</a:t>
            </a:r>
          </a:p>
          <a:p>
            <a:pPr marR="0" lvl="0" fontAlgn="auto">
              <a:spcAft>
                <a:spcPts val="0"/>
              </a:spcAft>
              <a:buClrTx/>
              <a:buSzTx/>
              <a:tabLst/>
              <a:defRPr/>
            </a:pPr>
            <a:r>
              <a:rPr lang="tr-TR" dirty="0">
                <a:solidFill>
                  <a:srgbClr val="994806"/>
                </a:solidFill>
                <a:latin typeface="SymbolMT"/>
              </a:rPr>
              <a:t>• Satış planlarının olmaması </a:t>
            </a:r>
            <a:r>
              <a:rPr lang="tr-TR" dirty="0">
                <a:latin typeface="SymbolMT"/>
              </a:rPr>
              <a:t>(Satışların nereden, nasıl ve kimlerden geleceğini gösteren gerçekçi bir haritaya ihtiyacınız var.)</a:t>
            </a:r>
          </a:p>
          <a:p>
            <a:endParaRPr lang="tr-TR" dirty="0"/>
          </a:p>
        </p:txBody>
      </p:sp>
    </p:spTree>
    <p:extLst>
      <p:ext uri="{BB962C8B-B14F-4D97-AF65-F5344CB8AC3E}">
        <p14:creationId xmlns:p14="http://schemas.microsoft.com/office/powerpoint/2010/main" val="783018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2245BB0-9F6C-AC18-7AA0-3DFE7F9CA158}"/>
              </a:ext>
            </a:extLst>
          </p:cNvPr>
          <p:cNvSpPr>
            <a:spLocks noGrp="1"/>
          </p:cNvSpPr>
          <p:nvPr>
            <p:ph sz="half" idx="1"/>
          </p:nvPr>
        </p:nvSpPr>
        <p:spPr/>
        <p:txBody>
          <a:bodyPr>
            <a:normAutofit fontScale="85000" lnSpcReduction="10000"/>
          </a:bodyPr>
          <a:lstStyle/>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Yalnız savaşçı (kovboy) olmak </a:t>
            </a:r>
            <a:r>
              <a:rPr lang="tr-TR" sz="2800" b="0" i="0" u="none" strike="noStrike" baseline="0" dirty="0">
                <a:solidFill>
                  <a:srgbClr val="000000"/>
                </a:solidFill>
                <a:latin typeface="Calibri" panose="020F0502020204030204" pitchFamily="34" charset="0"/>
              </a:rPr>
              <a:t>(Her şeyin anahtarı siz olabilirsiniz. Ancak her şeyi siz yapamazsınız ve aynı zamanda büyüyemezsiniz.) </a:t>
            </a:r>
            <a:r>
              <a:rPr lang="tr-TR" sz="2800" b="0" i="1" u="none" strike="noStrike" baseline="0" dirty="0">
                <a:solidFill>
                  <a:srgbClr val="FF0000"/>
                </a:solidFill>
                <a:latin typeface="Calibri-Italic"/>
              </a:rPr>
              <a:t>”Uzmanlaşma, iş bölümü ve yetki göçerimi şart.”</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Profesyonelleşme </a:t>
            </a:r>
            <a:r>
              <a:rPr lang="tr-TR" sz="2800" b="0" i="0" u="none" strike="noStrike" baseline="0" dirty="0">
                <a:solidFill>
                  <a:srgbClr val="000000"/>
                </a:solidFill>
                <a:latin typeface="Calibri" panose="020F0502020204030204" pitchFamily="34" charset="0"/>
              </a:rPr>
              <a:t>(İşletme dışından bilgi ve öneri almamak, başkalarının fikirlerini önemsememek ve önemli amaçlar belirlememek.)</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Vazgeçme </a:t>
            </a:r>
            <a:r>
              <a:rPr lang="tr-TR" sz="2800" b="0" i="0" u="none" strike="noStrike" baseline="0" dirty="0">
                <a:solidFill>
                  <a:srgbClr val="000000"/>
                </a:solidFill>
                <a:latin typeface="Calibri" panose="020F0502020204030204" pitchFamily="34" charset="0"/>
              </a:rPr>
              <a:t>(En iyiye ulaşmadan önce birçok başarılı girişimcinin defalarca başarısız olduğu bilinmektedir.)</a:t>
            </a:r>
            <a:endParaRPr lang="tr-TR" dirty="0"/>
          </a:p>
        </p:txBody>
      </p:sp>
      <p:pic>
        <p:nvPicPr>
          <p:cNvPr id="6" name="İçerik Yer Tutucusu 5" descr="çizgi film, çizim, oyuncak içeren bir resim&#10;&#10;Açıklama otomatik olarak oluşturuldu">
            <a:extLst>
              <a:ext uri="{FF2B5EF4-FFF2-40B4-BE49-F238E27FC236}">
                <a16:creationId xmlns:a16="http://schemas.microsoft.com/office/drawing/2014/main" id="{6B23D0E9-94AC-3DD9-519A-C4E0501767D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25625"/>
            <a:ext cx="5181600" cy="4054670"/>
          </a:xfrm>
        </p:spPr>
      </p:pic>
    </p:spTree>
    <p:extLst>
      <p:ext uri="{BB962C8B-B14F-4D97-AF65-F5344CB8AC3E}">
        <p14:creationId xmlns:p14="http://schemas.microsoft.com/office/powerpoint/2010/main" val="269462116"/>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2473</Words>
  <Application>Microsoft Office PowerPoint</Application>
  <PresentationFormat>Geniş ekran</PresentationFormat>
  <Paragraphs>109</Paragraphs>
  <Slides>36</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36</vt:i4>
      </vt:variant>
    </vt:vector>
  </HeadingPairs>
  <TitlesOfParts>
    <vt:vector size="44" baseType="lpstr">
      <vt:lpstr>Aptos</vt:lpstr>
      <vt:lpstr>Aptos Display</vt:lpstr>
      <vt:lpstr>Arial</vt:lpstr>
      <vt:lpstr>Calibri</vt:lpstr>
      <vt:lpstr>Calibri-Bold</vt:lpstr>
      <vt:lpstr>Calibri-Italic</vt:lpstr>
      <vt:lpstr>SymbolMT</vt:lpstr>
      <vt:lpstr>Office Teması</vt:lpstr>
      <vt:lpstr>Girişimcilik Ders 5</vt:lpstr>
      <vt:lpstr>GİRİŞİMCİLİKTE BAŞARI FAKTÖRLERİ</vt:lpstr>
      <vt:lpstr>PowerPoint Sunusu</vt:lpstr>
      <vt:lpstr>Uygun İş Fırsatı</vt:lpstr>
      <vt:lpstr>PowerPoint Sunusu</vt:lpstr>
      <vt:lpstr>Uygun Zamanın Seçilmesi</vt:lpstr>
      <vt:lpstr>PowerPoint Sunusu</vt:lpstr>
      <vt:lpstr>PowerPoint Sunusu</vt:lpstr>
      <vt:lpstr>Yönetim Yeteneği</vt:lpstr>
      <vt:lpstr>Fon Kaynaklarının Varlığı</vt:lpstr>
      <vt:lpstr>PowerPoint Sunusu</vt:lpstr>
      <vt:lpstr>PowerPoint Sunusu</vt:lpstr>
      <vt:lpstr>Risk Güvencesi</vt:lpstr>
      <vt:lpstr>PowerPoint Sunusu</vt:lpstr>
      <vt:lpstr>PowerPoint Sunusu</vt:lpstr>
      <vt:lpstr>PowerPoint Sunusu</vt:lpstr>
      <vt:lpstr>PowerPoint Sunusu</vt:lpstr>
      <vt:lpstr>PowerPoint Sunusu</vt:lpstr>
      <vt:lpstr>GİRİŞİMCİLİKTE BAŞARISIZLIK NEDENLERİ</vt:lpstr>
      <vt:lpstr>PowerPoint Sunusu</vt:lpstr>
      <vt:lpstr>Uygun Olmayan Kuruluş Yeri</vt:lpstr>
      <vt:lpstr>Zamanlama</vt:lpstr>
      <vt:lpstr>Yetersiz Sermaye</vt:lpstr>
      <vt:lpstr>PowerPoint Sunusu</vt:lpstr>
      <vt:lpstr>Rekabet Koşulları</vt:lpstr>
      <vt:lpstr>PowerPoint Sunusu</vt:lpstr>
      <vt:lpstr>PowerPoint Sunusu</vt:lpstr>
      <vt:lpstr>PowerPoint Sunusu</vt:lpstr>
      <vt:lpstr>PowerPoint Sunusu</vt:lpstr>
      <vt:lpstr>PowerPoint Sunusu</vt:lpstr>
      <vt:lpstr>PowerPoint Sunusu</vt:lpstr>
      <vt:lpstr>PowerPoint Sunusu</vt:lpstr>
      <vt:lpstr>Girişimciye İlişkin Eksiklikler</vt:lpstr>
      <vt:lpstr>KÜÇÜK İŞLETMELERİN EN ÖNEMLİ ON YANLIŞI</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rw</dc:creator>
  <cp:lastModifiedBy>RW</cp:lastModifiedBy>
  <cp:revision>1</cp:revision>
  <dcterms:created xsi:type="dcterms:W3CDTF">2025-10-19T09:31:57Z</dcterms:created>
  <dcterms:modified xsi:type="dcterms:W3CDTF">2025-10-21T11:21:36Z</dcterms:modified>
</cp:coreProperties>
</file>