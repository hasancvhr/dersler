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 id="262"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4162DC-CCE5-43A9-B9C3-266A3DDEAE80}" v="4" dt="2025-11-18T11:50:19.5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94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HMET CETIN" userId="2e2693f6-b6ea-444e-bae2-ae104160d18b" providerId="ADAL" clId="{594162DC-CCE5-43A9-B9C3-266A3DDEAE80}"/>
    <pc:docChg chg="undo custSel addSld modSld">
      <pc:chgData name="AHMET CETIN" userId="2e2693f6-b6ea-444e-bae2-ae104160d18b" providerId="ADAL" clId="{594162DC-CCE5-43A9-B9C3-266A3DDEAE80}" dt="2025-11-25T11:44:18.460" v="704" actId="114"/>
      <pc:docMkLst>
        <pc:docMk/>
      </pc:docMkLst>
      <pc:sldChg chg="modSp new mod">
        <pc:chgData name="AHMET CETIN" userId="2e2693f6-b6ea-444e-bae2-ae104160d18b" providerId="ADAL" clId="{594162DC-CCE5-43A9-B9C3-266A3DDEAE80}" dt="2025-11-18T11:02:16.040" v="23"/>
        <pc:sldMkLst>
          <pc:docMk/>
          <pc:sldMk cId="3627380995" sldId="256"/>
        </pc:sldMkLst>
        <pc:spChg chg="mod">
          <ac:chgData name="AHMET CETIN" userId="2e2693f6-b6ea-444e-bae2-ae104160d18b" providerId="ADAL" clId="{594162DC-CCE5-43A9-B9C3-266A3DDEAE80}" dt="2025-11-18T10:59:53.723" v="12" actId="20577"/>
          <ac:spMkLst>
            <pc:docMk/>
            <pc:sldMk cId="3627380995" sldId="256"/>
            <ac:spMk id="2" creationId="{6175BF4E-47FC-A493-15A4-D1A6637053E9}"/>
          </ac:spMkLst>
        </pc:spChg>
        <pc:spChg chg="mod">
          <ac:chgData name="AHMET CETIN" userId="2e2693f6-b6ea-444e-bae2-ae104160d18b" providerId="ADAL" clId="{594162DC-CCE5-43A9-B9C3-266A3DDEAE80}" dt="2025-11-18T11:02:16.040" v="23"/>
          <ac:spMkLst>
            <pc:docMk/>
            <pc:sldMk cId="3627380995" sldId="256"/>
            <ac:spMk id="3" creationId="{AD877ECD-5426-A3D1-AF93-E1EFD2397530}"/>
          </ac:spMkLst>
        </pc:spChg>
      </pc:sldChg>
      <pc:sldChg chg="addSp delSp modSp new mod">
        <pc:chgData name="AHMET CETIN" userId="2e2693f6-b6ea-444e-bae2-ae104160d18b" providerId="ADAL" clId="{594162DC-CCE5-43A9-B9C3-266A3DDEAE80}" dt="2025-11-18T11:02:56.128" v="30" actId="14100"/>
        <pc:sldMkLst>
          <pc:docMk/>
          <pc:sldMk cId="3729346528" sldId="257"/>
        </pc:sldMkLst>
        <pc:picChg chg="add mod ord">
          <ac:chgData name="AHMET CETIN" userId="2e2693f6-b6ea-444e-bae2-ae104160d18b" providerId="ADAL" clId="{594162DC-CCE5-43A9-B9C3-266A3DDEAE80}" dt="2025-11-18T11:02:56.128" v="30" actId="14100"/>
          <ac:picMkLst>
            <pc:docMk/>
            <pc:sldMk cId="3729346528" sldId="257"/>
            <ac:picMk id="5" creationId="{F9454BDF-4302-BC09-FA48-56A389CC21CC}"/>
          </ac:picMkLst>
        </pc:picChg>
      </pc:sldChg>
      <pc:sldChg chg="modSp new mod">
        <pc:chgData name="AHMET CETIN" userId="2e2693f6-b6ea-444e-bae2-ae104160d18b" providerId="ADAL" clId="{594162DC-CCE5-43A9-B9C3-266A3DDEAE80}" dt="2025-11-25T09:55:17.186" v="659" actId="14100"/>
        <pc:sldMkLst>
          <pc:docMk/>
          <pc:sldMk cId="3802764983" sldId="258"/>
        </pc:sldMkLst>
        <pc:spChg chg="mod">
          <ac:chgData name="AHMET CETIN" userId="2e2693f6-b6ea-444e-bae2-ae104160d18b" providerId="ADAL" clId="{594162DC-CCE5-43A9-B9C3-266A3DDEAE80}" dt="2025-11-25T09:54:30.542" v="651" actId="20577"/>
          <ac:spMkLst>
            <pc:docMk/>
            <pc:sldMk cId="3802764983" sldId="258"/>
            <ac:spMk id="2" creationId="{F4F1254F-65E0-90EA-7B2E-0F2A5E636C43}"/>
          </ac:spMkLst>
        </pc:spChg>
        <pc:spChg chg="mod">
          <ac:chgData name="AHMET CETIN" userId="2e2693f6-b6ea-444e-bae2-ae104160d18b" providerId="ADAL" clId="{594162DC-CCE5-43A9-B9C3-266A3DDEAE80}" dt="2025-11-25T09:55:17.186" v="659" actId="14100"/>
          <ac:spMkLst>
            <pc:docMk/>
            <pc:sldMk cId="3802764983" sldId="258"/>
            <ac:spMk id="3" creationId="{60B2B0E6-2B3A-6283-95DA-3408D53B6F6E}"/>
          </ac:spMkLst>
        </pc:spChg>
      </pc:sldChg>
      <pc:sldChg chg="modSp new mod">
        <pc:chgData name="AHMET CETIN" userId="2e2693f6-b6ea-444e-bae2-ae104160d18b" providerId="ADAL" clId="{594162DC-CCE5-43A9-B9C3-266A3DDEAE80}" dt="2025-11-18T11:05:51.253" v="230" actId="20577"/>
        <pc:sldMkLst>
          <pc:docMk/>
          <pc:sldMk cId="4223453531" sldId="259"/>
        </pc:sldMkLst>
        <pc:spChg chg="mod">
          <ac:chgData name="AHMET CETIN" userId="2e2693f6-b6ea-444e-bae2-ae104160d18b" providerId="ADAL" clId="{594162DC-CCE5-43A9-B9C3-266A3DDEAE80}" dt="2025-11-18T11:05:51.253" v="230" actId="20577"/>
          <ac:spMkLst>
            <pc:docMk/>
            <pc:sldMk cId="4223453531" sldId="259"/>
            <ac:spMk id="2" creationId="{77AA3E5B-F0D6-8F60-9590-BA1287F12A6E}"/>
          </ac:spMkLst>
        </pc:spChg>
        <pc:spChg chg="mod">
          <ac:chgData name="AHMET CETIN" userId="2e2693f6-b6ea-444e-bae2-ae104160d18b" providerId="ADAL" clId="{594162DC-CCE5-43A9-B9C3-266A3DDEAE80}" dt="2025-11-18T11:05:30.675" v="206" actId="20577"/>
          <ac:spMkLst>
            <pc:docMk/>
            <pc:sldMk cId="4223453531" sldId="259"/>
            <ac:spMk id="3" creationId="{B2BF3EF3-D6F9-1DAA-BA95-0D0A9D98C4B6}"/>
          </ac:spMkLst>
        </pc:spChg>
      </pc:sldChg>
      <pc:sldChg chg="delSp modSp new mod">
        <pc:chgData name="AHMET CETIN" userId="2e2693f6-b6ea-444e-bae2-ae104160d18b" providerId="ADAL" clId="{594162DC-CCE5-43A9-B9C3-266A3DDEAE80}" dt="2025-11-25T09:58:16.854" v="662" actId="478"/>
        <pc:sldMkLst>
          <pc:docMk/>
          <pc:sldMk cId="3205213428" sldId="260"/>
        </pc:sldMkLst>
        <pc:spChg chg="del">
          <ac:chgData name="AHMET CETIN" userId="2e2693f6-b6ea-444e-bae2-ae104160d18b" providerId="ADAL" clId="{594162DC-CCE5-43A9-B9C3-266A3DDEAE80}" dt="2025-11-25T09:58:16.854" v="662" actId="478"/>
          <ac:spMkLst>
            <pc:docMk/>
            <pc:sldMk cId="3205213428" sldId="260"/>
            <ac:spMk id="2" creationId="{B638FC64-6070-BF53-9724-A5D1FC0A9385}"/>
          </ac:spMkLst>
        </pc:spChg>
        <pc:spChg chg="mod">
          <ac:chgData name="AHMET CETIN" userId="2e2693f6-b6ea-444e-bae2-ae104160d18b" providerId="ADAL" clId="{594162DC-CCE5-43A9-B9C3-266A3DDEAE80}" dt="2025-11-25T09:57:59.375" v="661" actId="20577"/>
          <ac:spMkLst>
            <pc:docMk/>
            <pc:sldMk cId="3205213428" sldId="260"/>
            <ac:spMk id="3" creationId="{10A70746-085F-5493-3898-628EF25BE1B4}"/>
          </ac:spMkLst>
        </pc:spChg>
      </pc:sldChg>
      <pc:sldChg chg="addSp modSp new mod modClrScheme chgLayout">
        <pc:chgData name="AHMET CETIN" userId="2e2693f6-b6ea-444e-bae2-ae104160d18b" providerId="ADAL" clId="{594162DC-CCE5-43A9-B9C3-266A3DDEAE80}" dt="2025-11-18T11:16:35.675" v="366" actId="113"/>
        <pc:sldMkLst>
          <pc:docMk/>
          <pc:sldMk cId="1626454190" sldId="261"/>
        </pc:sldMkLst>
        <pc:spChg chg="mod ord">
          <ac:chgData name="AHMET CETIN" userId="2e2693f6-b6ea-444e-bae2-ae104160d18b" providerId="ADAL" clId="{594162DC-CCE5-43A9-B9C3-266A3DDEAE80}" dt="2025-11-18T11:15:10.857" v="356" actId="1076"/>
          <ac:spMkLst>
            <pc:docMk/>
            <pc:sldMk cId="1626454190" sldId="261"/>
            <ac:spMk id="2" creationId="{0CB0FC65-DB05-5ECB-60E7-ABFF7B2A6E7C}"/>
          </ac:spMkLst>
        </pc:spChg>
        <pc:spChg chg="mod ord">
          <ac:chgData name="AHMET CETIN" userId="2e2693f6-b6ea-444e-bae2-ae104160d18b" providerId="ADAL" clId="{594162DC-CCE5-43A9-B9C3-266A3DDEAE80}" dt="2025-11-18T11:15:14.850" v="357" actId="1076"/>
          <ac:spMkLst>
            <pc:docMk/>
            <pc:sldMk cId="1626454190" sldId="261"/>
            <ac:spMk id="3" creationId="{8A6A02AE-D18C-F774-99EC-9C963BF6C3ED}"/>
          </ac:spMkLst>
        </pc:spChg>
        <pc:spChg chg="add mod ord">
          <ac:chgData name="AHMET CETIN" userId="2e2693f6-b6ea-444e-bae2-ae104160d18b" providerId="ADAL" clId="{594162DC-CCE5-43A9-B9C3-266A3DDEAE80}" dt="2025-11-18T11:16:35.675" v="366" actId="113"/>
          <ac:spMkLst>
            <pc:docMk/>
            <pc:sldMk cId="1626454190" sldId="261"/>
            <ac:spMk id="4" creationId="{94BCAD94-3BB7-1BFA-F00C-22903268D338}"/>
          </ac:spMkLst>
        </pc:spChg>
      </pc:sldChg>
      <pc:sldChg chg="addSp modSp new mod">
        <pc:chgData name="AHMET CETIN" userId="2e2693f6-b6ea-444e-bae2-ae104160d18b" providerId="ADAL" clId="{594162DC-CCE5-43A9-B9C3-266A3DDEAE80}" dt="2025-11-25T10:42:26.009" v="666" actId="114"/>
        <pc:sldMkLst>
          <pc:docMk/>
          <pc:sldMk cId="1595589100" sldId="262"/>
        </pc:sldMkLst>
        <pc:spChg chg="mod">
          <ac:chgData name="AHMET CETIN" userId="2e2693f6-b6ea-444e-bae2-ae104160d18b" providerId="ADAL" clId="{594162DC-CCE5-43A9-B9C3-266A3DDEAE80}" dt="2025-11-18T11:38:05.020" v="371"/>
          <ac:spMkLst>
            <pc:docMk/>
            <pc:sldMk cId="1595589100" sldId="262"/>
            <ac:spMk id="2" creationId="{75665412-2E2F-634A-60B5-9A452569A4A2}"/>
          </ac:spMkLst>
        </pc:spChg>
        <pc:spChg chg="mod">
          <ac:chgData name="AHMET CETIN" userId="2e2693f6-b6ea-444e-bae2-ae104160d18b" providerId="ADAL" clId="{594162DC-CCE5-43A9-B9C3-266A3DDEAE80}" dt="2025-11-18T11:39:53.897" v="392" actId="1076"/>
          <ac:spMkLst>
            <pc:docMk/>
            <pc:sldMk cId="1595589100" sldId="262"/>
            <ac:spMk id="3" creationId="{5BD070C9-CDB0-DCEF-D930-3E2030C701B2}"/>
          </ac:spMkLst>
        </pc:spChg>
        <pc:spChg chg="mod">
          <ac:chgData name="AHMET CETIN" userId="2e2693f6-b6ea-444e-bae2-ae104160d18b" providerId="ADAL" clId="{594162DC-CCE5-43A9-B9C3-266A3DDEAE80}" dt="2025-11-25T10:42:26.009" v="666" actId="114"/>
          <ac:spMkLst>
            <pc:docMk/>
            <pc:sldMk cId="1595589100" sldId="262"/>
            <ac:spMk id="4" creationId="{38D228EF-E2E0-4969-A6E8-EFBDD56457E1}"/>
          </ac:spMkLst>
        </pc:spChg>
        <pc:spChg chg="add mod">
          <ac:chgData name="AHMET CETIN" userId="2e2693f6-b6ea-444e-bae2-ae104160d18b" providerId="ADAL" clId="{594162DC-CCE5-43A9-B9C3-266A3DDEAE80}" dt="2025-11-18T11:39:29.193" v="386" actId="255"/>
          <ac:spMkLst>
            <pc:docMk/>
            <pc:sldMk cId="1595589100" sldId="262"/>
            <ac:spMk id="5" creationId="{48DB79EC-FBA8-82C7-41B6-0FD84A79DF55}"/>
          </ac:spMkLst>
        </pc:spChg>
      </pc:sldChg>
      <pc:sldChg chg="addSp delSp modSp new mod modClrScheme chgLayout">
        <pc:chgData name="AHMET CETIN" userId="2e2693f6-b6ea-444e-bae2-ae104160d18b" providerId="ADAL" clId="{594162DC-CCE5-43A9-B9C3-266A3DDEAE80}" dt="2025-11-25T10:41:28.153" v="665" actId="114"/>
        <pc:sldMkLst>
          <pc:docMk/>
          <pc:sldMk cId="4016188140" sldId="263"/>
        </pc:sldMkLst>
        <pc:spChg chg="add del mod ord">
          <ac:chgData name="AHMET CETIN" userId="2e2693f6-b6ea-444e-bae2-ae104160d18b" providerId="ADAL" clId="{594162DC-CCE5-43A9-B9C3-266A3DDEAE80}" dt="2025-11-25T09:58:37.665" v="663" actId="478"/>
          <ac:spMkLst>
            <pc:docMk/>
            <pc:sldMk cId="4016188140" sldId="263"/>
            <ac:spMk id="5" creationId="{355C50CE-B1D3-6D33-A998-454E7C9762C3}"/>
          </ac:spMkLst>
        </pc:spChg>
        <pc:spChg chg="add mod ord">
          <ac:chgData name="AHMET CETIN" userId="2e2693f6-b6ea-444e-bae2-ae104160d18b" providerId="ADAL" clId="{594162DC-CCE5-43A9-B9C3-266A3DDEAE80}" dt="2025-11-25T10:41:28.153" v="665" actId="114"/>
          <ac:spMkLst>
            <pc:docMk/>
            <pc:sldMk cId="4016188140" sldId="263"/>
            <ac:spMk id="6" creationId="{64188558-359B-09EB-2937-A3F9123CB9E4}"/>
          </ac:spMkLst>
        </pc:spChg>
      </pc:sldChg>
      <pc:sldChg chg="modSp new mod">
        <pc:chgData name="AHMET CETIN" userId="2e2693f6-b6ea-444e-bae2-ae104160d18b" providerId="ADAL" clId="{594162DC-CCE5-43A9-B9C3-266A3DDEAE80}" dt="2025-11-25T10:43:45.931" v="667" actId="114"/>
        <pc:sldMkLst>
          <pc:docMk/>
          <pc:sldMk cId="1459284823" sldId="264"/>
        </pc:sldMkLst>
        <pc:spChg chg="mod">
          <ac:chgData name="AHMET CETIN" userId="2e2693f6-b6ea-444e-bae2-ae104160d18b" providerId="ADAL" clId="{594162DC-CCE5-43A9-B9C3-266A3DDEAE80}" dt="2025-11-18T11:40:14.826" v="395"/>
          <ac:spMkLst>
            <pc:docMk/>
            <pc:sldMk cId="1459284823" sldId="264"/>
            <ac:spMk id="2" creationId="{D42D48FA-8799-CFE8-05EC-C089DA0014E0}"/>
          </ac:spMkLst>
        </pc:spChg>
        <pc:spChg chg="mod">
          <ac:chgData name="AHMET CETIN" userId="2e2693f6-b6ea-444e-bae2-ae104160d18b" providerId="ADAL" clId="{594162DC-CCE5-43A9-B9C3-266A3DDEAE80}" dt="2025-11-25T10:43:45.931" v="667" actId="114"/>
          <ac:spMkLst>
            <pc:docMk/>
            <pc:sldMk cId="1459284823" sldId="264"/>
            <ac:spMk id="3" creationId="{27090DBD-4D38-0C51-0B5A-826741E881C3}"/>
          </ac:spMkLst>
        </pc:spChg>
        <pc:spChg chg="mod">
          <ac:chgData name="AHMET CETIN" userId="2e2693f6-b6ea-444e-bae2-ae104160d18b" providerId="ADAL" clId="{594162DC-CCE5-43A9-B9C3-266A3DDEAE80}" dt="2025-11-18T11:40:49.571" v="397"/>
          <ac:spMkLst>
            <pc:docMk/>
            <pc:sldMk cId="1459284823" sldId="264"/>
            <ac:spMk id="4" creationId="{1E40623B-223B-12E8-E6B6-29EF7EE94890}"/>
          </ac:spMkLst>
        </pc:spChg>
      </pc:sldChg>
      <pc:sldChg chg="addSp delSp modSp new mod chgLayout">
        <pc:chgData name="AHMET CETIN" userId="2e2693f6-b6ea-444e-bae2-ae104160d18b" providerId="ADAL" clId="{594162DC-CCE5-43A9-B9C3-266A3DDEAE80}" dt="2025-11-18T11:43:38.746" v="435" actId="27636"/>
        <pc:sldMkLst>
          <pc:docMk/>
          <pc:sldMk cId="1741827458" sldId="265"/>
        </pc:sldMkLst>
        <pc:spChg chg="mod ord">
          <ac:chgData name="AHMET CETIN" userId="2e2693f6-b6ea-444e-bae2-ae104160d18b" providerId="ADAL" clId="{594162DC-CCE5-43A9-B9C3-266A3DDEAE80}" dt="2025-11-18T11:43:29.621" v="430" actId="700"/>
          <ac:spMkLst>
            <pc:docMk/>
            <pc:sldMk cId="1741827458" sldId="265"/>
            <ac:spMk id="3" creationId="{F671AC94-87A7-F022-797A-BE7EA441121A}"/>
          </ac:spMkLst>
        </pc:spChg>
        <pc:spChg chg="mod ord">
          <ac:chgData name="AHMET CETIN" userId="2e2693f6-b6ea-444e-bae2-ae104160d18b" providerId="ADAL" clId="{594162DC-CCE5-43A9-B9C3-266A3DDEAE80}" dt="2025-11-18T11:43:29.621" v="430" actId="700"/>
          <ac:spMkLst>
            <pc:docMk/>
            <pc:sldMk cId="1741827458" sldId="265"/>
            <ac:spMk id="4" creationId="{91BAF528-2406-00BB-3722-F27C38A46F91}"/>
          </ac:spMkLst>
        </pc:spChg>
        <pc:spChg chg="add mod ord">
          <ac:chgData name="AHMET CETIN" userId="2e2693f6-b6ea-444e-bae2-ae104160d18b" providerId="ADAL" clId="{594162DC-CCE5-43A9-B9C3-266A3DDEAE80}" dt="2025-11-18T11:43:38.746" v="435" actId="27636"/>
          <ac:spMkLst>
            <pc:docMk/>
            <pc:sldMk cId="1741827458" sldId="265"/>
            <ac:spMk id="5" creationId="{A51F5EE1-88C5-23F7-AC92-10C5BD067A96}"/>
          </ac:spMkLst>
        </pc:spChg>
      </pc:sldChg>
      <pc:sldChg chg="addSp delSp modSp new mod">
        <pc:chgData name="AHMET CETIN" userId="2e2693f6-b6ea-444e-bae2-ae104160d18b" providerId="ADAL" clId="{594162DC-CCE5-43A9-B9C3-266A3DDEAE80}" dt="2025-11-25T11:39:05.489" v="672" actId="207"/>
        <pc:sldMkLst>
          <pc:docMk/>
          <pc:sldMk cId="2611986391" sldId="266"/>
        </pc:sldMkLst>
        <pc:spChg chg="mod">
          <ac:chgData name="AHMET CETIN" userId="2e2693f6-b6ea-444e-bae2-ae104160d18b" providerId="ADAL" clId="{594162DC-CCE5-43A9-B9C3-266A3DDEAE80}" dt="2025-11-25T11:38:48.537" v="670" actId="114"/>
          <ac:spMkLst>
            <pc:docMk/>
            <pc:sldMk cId="2611986391" sldId="266"/>
            <ac:spMk id="3" creationId="{65AA1764-F3A2-45D4-BDBC-58981855F73E}"/>
          </ac:spMkLst>
        </pc:spChg>
        <pc:spChg chg="mod">
          <ac:chgData name="AHMET CETIN" userId="2e2693f6-b6ea-444e-bae2-ae104160d18b" providerId="ADAL" clId="{594162DC-CCE5-43A9-B9C3-266A3DDEAE80}" dt="2025-11-25T11:39:05.489" v="672" actId="207"/>
          <ac:spMkLst>
            <pc:docMk/>
            <pc:sldMk cId="2611986391" sldId="266"/>
            <ac:spMk id="4" creationId="{765BCF9F-4995-4883-CB26-12F31BDBF53D}"/>
          </ac:spMkLst>
        </pc:spChg>
        <pc:spChg chg="add mod">
          <ac:chgData name="AHMET CETIN" userId="2e2693f6-b6ea-444e-bae2-ae104160d18b" providerId="ADAL" clId="{594162DC-CCE5-43A9-B9C3-266A3DDEAE80}" dt="2025-11-18T11:42:37.878" v="426" actId="123"/>
          <ac:spMkLst>
            <pc:docMk/>
            <pc:sldMk cId="2611986391" sldId="266"/>
            <ac:spMk id="5" creationId="{FE1784CE-3E06-9B7A-6AF9-5ACD80C14AC5}"/>
          </ac:spMkLst>
        </pc:spChg>
      </pc:sldChg>
      <pc:sldChg chg="modSp new mod">
        <pc:chgData name="AHMET CETIN" userId="2e2693f6-b6ea-444e-bae2-ae104160d18b" providerId="ADAL" clId="{594162DC-CCE5-43A9-B9C3-266A3DDEAE80}" dt="2025-11-25T11:40:45.447" v="693" actId="27636"/>
        <pc:sldMkLst>
          <pc:docMk/>
          <pc:sldMk cId="4053809074" sldId="267"/>
        </pc:sldMkLst>
        <pc:spChg chg="mod">
          <ac:chgData name="AHMET CETIN" userId="2e2693f6-b6ea-444e-bae2-ae104160d18b" providerId="ADAL" clId="{594162DC-CCE5-43A9-B9C3-266A3DDEAE80}" dt="2025-11-18T11:43:16.407" v="429"/>
          <ac:spMkLst>
            <pc:docMk/>
            <pc:sldMk cId="4053809074" sldId="267"/>
            <ac:spMk id="2" creationId="{DDE121C2-35DE-0C1B-3A50-24C31A73EABB}"/>
          </ac:spMkLst>
        </pc:spChg>
        <pc:spChg chg="mod">
          <ac:chgData name="AHMET CETIN" userId="2e2693f6-b6ea-444e-bae2-ae104160d18b" providerId="ADAL" clId="{594162DC-CCE5-43A9-B9C3-266A3DDEAE80}" dt="2025-11-25T11:40:45.447" v="693" actId="27636"/>
          <ac:spMkLst>
            <pc:docMk/>
            <pc:sldMk cId="4053809074" sldId="267"/>
            <ac:spMk id="3" creationId="{B195D99D-2956-D415-1715-46A2837D843A}"/>
          </ac:spMkLst>
        </pc:spChg>
        <pc:spChg chg="mod">
          <ac:chgData name="AHMET CETIN" userId="2e2693f6-b6ea-444e-bae2-ae104160d18b" providerId="ADAL" clId="{594162DC-CCE5-43A9-B9C3-266A3DDEAE80}" dt="2025-11-25T11:40:45.447" v="692" actId="27636"/>
          <ac:spMkLst>
            <pc:docMk/>
            <pc:sldMk cId="4053809074" sldId="267"/>
            <ac:spMk id="4" creationId="{D8503A4C-F779-ACEB-9010-E2CD1946B5F4}"/>
          </ac:spMkLst>
        </pc:spChg>
      </pc:sldChg>
      <pc:sldChg chg="delSp modSp new mod">
        <pc:chgData name="AHMET CETIN" userId="2e2693f6-b6ea-444e-bae2-ae104160d18b" providerId="ADAL" clId="{594162DC-CCE5-43A9-B9C3-266A3DDEAE80}" dt="2025-11-25T11:40:36.721" v="689" actId="20577"/>
        <pc:sldMkLst>
          <pc:docMk/>
          <pc:sldMk cId="2965836735" sldId="268"/>
        </pc:sldMkLst>
        <pc:spChg chg="del">
          <ac:chgData name="AHMET CETIN" userId="2e2693f6-b6ea-444e-bae2-ae104160d18b" providerId="ADAL" clId="{594162DC-CCE5-43A9-B9C3-266A3DDEAE80}" dt="2025-11-25T11:40:03.744" v="676" actId="478"/>
          <ac:spMkLst>
            <pc:docMk/>
            <pc:sldMk cId="2965836735" sldId="268"/>
            <ac:spMk id="2" creationId="{612E35EC-3D0A-436F-3179-19B26037241A}"/>
          </ac:spMkLst>
        </pc:spChg>
        <pc:spChg chg="mod">
          <ac:chgData name="AHMET CETIN" userId="2e2693f6-b6ea-444e-bae2-ae104160d18b" providerId="ADAL" clId="{594162DC-CCE5-43A9-B9C3-266A3DDEAE80}" dt="2025-11-25T11:40:24.865" v="688" actId="20577"/>
          <ac:spMkLst>
            <pc:docMk/>
            <pc:sldMk cId="2965836735" sldId="268"/>
            <ac:spMk id="3" creationId="{BA8FE94A-D447-4624-B4B0-0DE71F78A0EE}"/>
          </ac:spMkLst>
        </pc:spChg>
        <pc:spChg chg="mod">
          <ac:chgData name="AHMET CETIN" userId="2e2693f6-b6ea-444e-bae2-ae104160d18b" providerId="ADAL" clId="{594162DC-CCE5-43A9-B9C3-266A3DDEAE80}" dt="2025-11-25T11:40:36.721" v="689" actId="20577"/>
          <ac:spMkLst>
            <pc:docMk/>
            <pc:sldMk cId="2965836735" sldId="268"/>
            <ac:spMk id="4" creationId="{2773ABD2-96E3-625C-5B2E-3D47E63CEBA6}"/>
          </ac:spMkLst>
        </pc:spChg>
      </pc:sldChg>
      <pc:sldChg chg="addSp delSp modSp new mod">
        <pc:chgData name="AHMET CETIN" userId="2e2693f6-b6ea-444e-bae2-ae104160d18b" providerId="ADAL" clId="{594162DC-CCE5-43A9-B9C3-266A3DDEAE80}" dt="2025-11-25T11:41:15.040" v="697" actId="20577"/>
        <pc:sldMkLst>
          <pc:docMk/>
          <pc:sldMk cId="2383165070" sldId="269"/>
        </pc:sldMkLst>
        <pc:spChg chg="mod">
          <ac:chgData name="AHMET CETIN" userId="2e2693f6-b6ea-444e-bae2-ae104160d18b" providerId="ADAL" clId="{594162DC-CCE5-43A9-B9C3-266A3DDEAE80}" dt="2025-11-25T11:41:00.020" v="696" actId="27636"/>
          <ac:spMkLst>
            <pc:docMk/>
            <pc:sldMk cId="2383165070" sldId="269"/>
            <ac:spMk id="3" creationId="{7F211672-07E1-ED6A-AFED-6545206751E8}"/>
          </ac:spMkLst>
        </pc:spChg>
        <pc:spChg chg="mod">
          <ac:chgData name="AHMET CETIN" userId="2e2693f6-b6ea-444e-bae2-ae104160d18b" providerId="ADAL" clId="{594162DC-CCE5-43A9-B9C3-266A3DDEAE80}" dt="2025-11-25T11:41:15.040" v="697" actId="20577"/>
          <ac:spMkLst>
            <pc:docMk/>
            <pc:sldMk cId="2383165070" sldId="269"/>
            <ac:spMk id="4" creationId="{1BBE834D-0BBE-5481-3B9F-E020138554B7}"/>
          </ac:spMkLst>
        </pc:spChg>
        <pc:spChg chg="add mod">
          <ac:chgData name="AHMET CETIN" userId="2e2693f6-b6ea-444e-bae2-ae104160d18b" providerId="ADAL" clId="{594162DC-CCE5-43A9-B9C3-266A3DDEAE80}" dt="2025-11-18T11:45:19.168" v="455" actId="255"/>
          <ac:spMkLst>
            <pc:docMk/>
            <pc:sldMk cId="2383165070" sldId="269"/>
            <ac:spMk id="5" creationId="{A461FD8C-2C65-44E0-CED9-39CC49A9A5C4}"/>
          </ac:spMkLst>
        </pc:spChg>
      </pc:sldChg>
      <pc:sldChg chg="addSp delSp modSp new mod modClrScheme chgLayout">
        <pc:chgData name="AHMET CETIN" userId="2e2693f6-b6ea-444e-bae2-ae104160d18b" providerId="ADAL" clId="{594162DC-CCE5-43A9-B9C3-266A3DDEAE80}" dt="2025-11-25T11:41:53.188" v="701" actId="27636"/>
        <pc:sldMkLst>
          <pc:docMk/>
          <pc:sldMk cId="743055473" sldId="270"/>
        </pc:sldMkLst>
        <pc:spChg chg="add mod ord">
          <ac:chgData name="AHMET CETIN" userId="2e2693f6-b6ea-444e-bae2-ae104160d18b" providerId="ADAL" clId="{594162DC-CCE5-43A9-B9C3-266A3DDEAE80}" dt="2025-11-18T11:45:37.078" v="458"/>
          <ac:spMkLst>
            <pc:docMk/>
            <pc:sldMk cId="743055473" sldId="270"/>
            <ac:spMk id="5" creationId="{3B17D0D0-4129-D1A0-07E7-6874B29717AE}"/>
          </ac:spMkLst>
        </pc:spChg>
        <pc:spChg chg="add mod ord">
          <ac:chgData name="AHMET CETIN" userId="2e2693f6-b6ea-444e-bae2-ae104160d18b" providerId="ADAL" clId="{594162DC-CCE5-43A9-B9C3-266A3DDEAE80}" dt="2025-11-25T11:41:53.188" v="701" actId="27636"/>
          <ac:spMkLst>
            <pc:docMk/>
            <pc:sldMk cId="743055473" sldId="270"/>
            <ac:spMk id="6" creationId="{8D4AB49B-2136-E11D-FF67-E44E78AB726A}"/>
          </ac:spMkLst>
        </pc:spChg>
      </pc:sldChg>
      <pc:sldChg chg="addSp delSp modSp new mod modClrScheme chgLayout">
        <pc:chgData name="AHMET CETIN" userId="2e2693f6-b6ea-444e-bae2-ae104160d18b" providerId="ADAL" clId="{594162DC-CCE5-43A9-B9C3-266A3DDEAE80}" dt="2025-11-18T11:46:10.452" v="467"/>
        <pc:sldMkLst>
          <pc:docMk/>
          <pc:sldMk cId="2078545697" sldId="271"/>
        </pc:sldMkLst>
        <pc:spChg chg="add mod ord">
          <ac:chgData name="AHMET CETIN" userId="2e2693f6-b6ea-444e-bae2-ae104160d18b" providerId="ADAL" clId="{594162DC-CCE5-43A9-B9C3-266A3DDEAE80}" dt="2025-11-18T11:46:00.458" v="465" actId="27636"/>
          <ac:spMkLst>
            <pc:docMk/>
            <pc:sldMk cId="2078545697" sldId="271"/>
            <ac:spMk id="5" creationId="{FF854403-EAD7-227E-0AE7-2E374BF53A9B}"/>
          </ac:spMkLst>
        </pc:spChg>
        <pc:spChg chg="add mod ord">
          <ac:chgData name="AHMET CETIN" userId="2e2693f6-b6ea-444e-bae2-ae104160d18b" providerId="ADAL" clId="{594162DC-CCE5-43A9-B9C3-266A3DDEAE80}" dt="2025-11-18T11:46:10.452" v="467"/>
          <ac:spMkLst>
            <pc:docMk/>
            <pc:sldMk cId="2078545697" sldId="271"/>
            <ac:spMk id="6" creationId="{4EB20E22-7396-7653-30B4-C98703DB699A}"/>
          </ac:spMkLst>
        </pc:spChg>
      </pc:sldChg>
      <pc:sldChg chg="delSp modSp new mod">
        <pc:chgData name="AHMET CETIN" userId="2e2693f6-b6ea-444e-bae2-ae104160d18b" providerId="ADAL" clId="{594162DC-CCE5-43A9-B9C3-266A3DDEAE80}" dt="2025-11-18T11:46:37.335" v="471"/>
        <pc:sldMkLst>
          <pc:docMk/>
          <pc:sldMk cId="3204526254" sldId="272"/>
        </pc:sldMkLst>
        <pc:spChg chg="mod">
          <ac:chgData name="AHMET CETIN" userId="2e2693f6-b6ea-444e-bae2-ae104160d18b" providerId="ADAL" clId="{594162DC-CCE5-43A9-B9C3-266A3DDEAE80}" dt="2025-11-18T11:46:25.804" v="469"/>
          <ac:spMkLst>
            <pc:docMk/>
            <pc:sldMk cId="3204526254" sldId="272"/>
            <ac:spMk id="3" creationId="{2A6056F0-C901-731E-72BB-3E54979CC904}"/>
          </ac:spMkLst>
        </pc:spChg>
        <pc:spChg chg="mod">
          <ac:chgData name="AHMET CETIN" userId="2e2693f6-b6ea-444e-bae2-ae104160d18b" providerId="ADAL" clId="{594162DC-CCE5-43A9-B9C3-266A3DDEAE80}" dt="2025-11-18T11:46:37.335" v="471"/>
          <ac:spMkLst>
            <pc:docMk/>
            <pc:sldMk cId="3204526254" sldId="272"/>
            <ac:spMk id="4" creationId="{7AE11126-C9BA-5141-6307-8AB258D8C4A7}"/>
          </ac:spMkLst>
        </pc:spChg>
      </pc:sldChg>
      <pc:sldChg chg="delSp modSp new mod">
        <pc:chgData name="AHMET CETIN" userId="2e2693f6-b6ea-444e-bae2-ae104160d18b" providerId="ADAL" clId="{594162DC-CCE5-43A9-B9C3-266A3DDEAE80}" dt="2025-11-18T11:47:03.954" v="475"/>
        <pc:sldMkLst>
          <pc:docMk/>
          <pc:sldMk cId="4011712921" sldId="273"/>
        </pc:sldMkLst>
        <pc:spChg chg="mod">
          <ac:chgData name="AHMET CETIN" userId="2e2693f6-b6ea-444e-bae2-ae104160d18b" providerId="ADAL" clId="{594162DC-CCE5-43A9-B9C3-266A3DDEAE80}" dt="2025-11-18T11:46:54.160" v="473"/>
          <ac:spMkLst>
            <pc:docMk/>
            <pc:sldMk cId="4011712921" sldId="273"/>
            <ac:spMk id="3" creationId="{B82B0208-5EF1-6EDC-52DE-C3EDCCFED79D}"/>
          </ac:spMkLst>
        </pc:spChg>
        <pc:spChg chg="mod">
          <ac:chgData name="AHMET CETIN" userId="2e2693f6-b6ea-444e-bae2-ae104160d18b" providerId="ADAL" clId="{594162DC-CCE5-43A9-B9C3-266A3DDEAE80}" dt="2025-11-18T11:47:03.954" v="475"/>
          <ac:spMkLst>
            <pc:docMk/>
            <pc:sldMk cId="4011712921" sldId="273"/>
            <ac:spMk id="4" creationId="{C424846C-9C57-5586-7A19-7B4A9BFCB839}"/>
          </ac:spMkLst>
        </pc:spChg>
      </pc:sldChg>
      <pc:sldChg chg="addSp delSp modSp new mod modClrScheme chgLayout">
        <pc:chgData name="AHMET CETIN" userId="2e2693f6-b6ea-444e-bae2-ae104160d18b" providerId="ADAL" clId="{594162DC-CCE5-43A9-B9C3-266A3DDEAE80}" dt="2025-11-25T11:43:28.522" v="703" actId="27636"/>
        <pc:sldMkLst>
          <pc:docMk/>
          <pc:sldMk cId="3717397866" sldId="274"/>
        </pc:sldMkLst>
        <pc:spChg chg="mod ord">
          <ac:chgData name="AHMET CETIN" userId="2e2693f6-b6ea-444e-bae2-ae104160d18b" providerId="ADAL" clId="{594162DC-CCE5-43A9-B9C3-266A3DDEAE80}" dt="2025-11-18T11:47:51.934" v="478" actId="700"/>
          <ac:spMkLst>
            <pc:docMk/>
            <pc:sldMk cId="3717397866" sldId="274"/>
            <ac:spMk id="2" creationId="{A3B1E044-763B-F66E-A000-5331418EBE28}"/>
          </ac:spMkLst>
        </pc:spChg>
        <pc:spChg chg="add mod ord">
          <ac:chgData name="AHMET CETIN" userId="2e2693f6-b6ea-444e-bae2-ae104160d18b" providerId="ADAL" clId="{594162DC-CCE5-43A9-B9C3-266A3DDEAE80}" dt="2025-11-25T11:43:28.522" v="703" actId="27636"/>
          <ac:spMkLst>
            <pc:docMk/>
            <pc:sldMk cId="3717397866" sldId="274"/>
            <ac:spMk id="5" creationId="{BB0B6FDD-E4F4-CCBB-30C8-B6CF4B5D7460}"/>
          </ac:spMkLst>
        </pc:spChg>
      </pc:sldChg>
      <pc:sldChg chg="addSp delSp modSp new mod modClrScheme chgLayout">
        <pc:chgData name="AHMET CETIN" userId="2e2693f6-b6ea-444e-bae2-ae104160d18b" providerId="ADAL" clId="{594162DC-CCE5-43A9-B9C3-266A3DDEAE80}" dt="2025-11-25T11:44:18.460" v="704" actId="114"/>
        <pc:sldMkLst>
          <pc:docMk/>
          <pc:sldMk cId="218927748" sldId="275"/>
        </pc:sldMkLst>
        <pc:spChg chg="mod ord">
          <ac:chgData name="AHMET CETIN" userId="2e2693f6-b6ea-444e-bae2-ae104160d18b" providerId="ADAL" clId="{594162DC-CCE5-43A9-B9C3-266A3DDEAE80}" dt="2025-11-18T11:48:54.520" v="499" actId="20577"/>
          <ac:spMkLst>
            <pc:docMk/>
            <pc:sldMk cId="218927748" sldId="275"/>
            <ac:spMk id="2" creationId="{906E4336-9682-7EC1-06C6-DEB7CF667295}"/>
          </ac:spMkLst>
        </pc:spChg>
        <pc:spChg chg="add mod ord">
          <ac:chgData name="AHMET CETIN" userId="2e2693f6-b6ea-444e-bae2-ae104160d18b" providerId="ADAL" clId="{594162DC-CCE5-43A9-B9C3-266A3DDEAE80}" dt="2025-11-18T11:49:10.054" v="504" actId="27636"/>
          <ac:spMkLst>
            <pc:docMk/>
            <pc:sldMk cId="218927748" sldId="275"/>
            <ac:spMk id="4" creationId="{BAFA2274-2711-6BD8-BC92-9EF4CABD603A}"/>
          </ac:spMkLst>
        </pc:spChg>
        <pc:spChg chg="add mod ord">
          <ac:chgData name="AHMET CETIN" userId="2e2693f6-b6ea-444e-bae2-ae104160d18b" providerId="ADAL" clId="{594162DC-CCE5-43A9-B9C3-266A3DDEAE80}" dt="2025-11-25T11:44:18.460" v="704" actId="114"/>
          <ac:spMkLst>
            <pc:docMk/>
            <pc:sldMk cId="218927748" sldId="275"/>
            <ac:spMk id="5" creationId="{8791A35B-A451-F9A2-65D0-012900CCF8BC}"/>
          </ac:spMkLst>
        </pc:spChg>
        <pc:spChg chg="add mod">
          <ac:chgData name="AHMET CETIN" userId="2e2693f6-b6ea-444e-bae2-ae104160d18b" providerId="ADAL" clId="{594162DC-CCE5-43A9-B9C3-266A3DDEAE80}" dt="2025-11-18T11:50:30.349" v="510" actId="255"/>
          <ac:spMkLst>
            <pc:docMk/>
            <pc:sldMk cId="218927748" sldId="275"/>
            <ac:spMk id="6" creationId="{6E86069A-8876-E1B2-EC11-DC7862A99EE1}"/>
          </ac:spMkLst>
        </pc:spChg>
      </pc:sldChg>
      <pc:sldChg chg="addSp delSp modSp new mod modClrScheme chgLayout">
        <pc:chgData name="AHMET CETIN" userId="2e2693f6-b6ea-444e-bae2-ae104160d18b" providerId="ADAL" clId="{594162DC-CCE5-43A9-B9C3-266A3DDEAE80}" dt="2025-11-18T11:52:15.881" v="519"/>
        <pc:sldMkLst>
          <pc:docMk/>
          <pc:sldMk cId="1954506652" sldId="276"/>
        </pc:sldMkLst>
        <pc:spChg chg="add mod ord">
          <ac:chgData name="AHMET CETIN" userId="2e2693f6-b6ea-444e-bae2-ae104160d18b" providerId="ADAL" clId="{594162DC-CCE5-43A9-B9C3-266A3DDEAE80}" dt="2025-11-18T11:51:45.879" v="513" actId="700"/>
          <ac:spMkLst>
            <pc:docMk/>
            <pc:sldMk cId="1954506652" sldId="276"/>
            <ac:spMk id="5" creationId="{79AB6D9F-FBDE-15E3-05F2-74C240CC401C}"/>
          </ac:spMkLst>
        </pc:spChg>
        <pc:spChg chg="add mod ord">
          <ac:chgData name="AHMET CETIN" userId="2e2693f6-b6ea-444e-bae2-ae104160d18b" providerId="ADAL" clId="{594162DC-CCE5-43A9-B9C3-266A3DDEAE80}" dt="2025-11-18T11:52:07.443" v="518" actId="27636"/>
          <ac:spMkLst>
            <pc:docMk/>
            <pc:sldMk cId="1954506652" sldId="276"/>
            <ac:spMk id="7" creationId="{4277407D-83DE-75F8-4248-1F5121AC8D53}"/>
          </ac:spMkLst>
        </pc:spChg>
        <pc:spChg chg="add mod ord">
          <ac:chgData name="AHMET CETIN" userId="2e2693f6-b6ea-444e-bae2-ae104160d18b" providerId="ADAL" clId="{594162DC-CCE5-43A9-B9C3-266A3DDEAE80}" dt="2025-11-18T11:52:15.881" v="519"/>
          <ac:spMkLst>
            <pc:docMk/>
            <pc:sldMk cId="1954506652" sldId="276"/>
            <ac:spMk id="8" creationId="{E24A280C-BB49-3662-717F-72E242F22A88}"/>
          </ac:spMkLst>
        </pc:spChg>
      </pc:sldChg>
      <pc:sldChg chg="modSp new mod">
        <pc:chgData name="AHMET CETIN" userId="2e2693f6-b6ea-444e-bae2-ae104160d18b" providerId="ADAL" clId="{594162DC-CCE5-43A9-B9C3-266A3DDEAE80}" dt="2025-11-18T11:52:45.027" v="523"/>
        <pc:sldMkLst>
          <pc:docMk/>
          <pc:sldMk cId="2637811773" sldId="277"/>
        </pc:sldMkLst>
        <pc:spChg chg="mod">
          <ac:chgData name="AHMET CETIN" userId="2e2693f6-b6ea-444e-bae2-ae104160d18b" providerId="ADAL" clId="{594162DC-CCE5-43A9-B9C3-266A3DDEAE80}" dt="2025-11-18T11:52:26.053" v="521"/>
          <ac:spMkLst>
            <pc:docMk/>
            <pc:sldMk cId="2637811773" sldId="277"/>
            <ac:spMk id="2" creationId="{CE48145B-4EE2-0A73-2B99-B5B61C16D8E9}"/>
          </ac:spMkLst>
        </pc:spChg>
        <pc:spChg chg="mod">
          <ac:chgData name="AHMET CETIN" userId="2e2693f6-b6ea-444e-bae2-ae104160d18b" providerId="ADAL" clId="{594162DC-CCE5-43A9-B9C3-266A3DDEAE80}" dt="2025-11-18T11:52:36.069" v="522"/>
          <ac:spMkLst>
            <pc:docMk/>
            <pc:sldMk cId="2637811773" sldId="277"/>
            <ac:spMk id="3" creationId="{3FF94BA6-B81A-62F1-29B8-70A1C2C6BF3D}"/>
          </ac:spMkLst>
        </pc:spChg>
        <pc:spChg chg="mod">
          <ac:chgData name="AHMET CETIN" userId="2e2693f6-b6ea-444e-bae2-ae104160d18b" providerId="ADAL" clId="{594162DC-CCE5-43A9-B9C3-266A3DDEAE80}" dt="2025-11-18T11:52:45.027" v="523"/>
          <ac:spMkLst>
            <pc:docMk/>
            <pc:sldMk cId="2637811773" sldId="277"/>
            <ac:spMk id="4" creationId="{19F08EB1-DBCB-6073-4CF7-82FDD29D9953}"/>
          </ac:spMkLst>
        </pc:spChg>
      </pc:sldChg>
      <pc:sldChg chg="modSp new mod">
        <pc:chgData name="AHMET CETIN" userId="2e2693f6-b6ea-444e-bae2-ae104160d18b" providerId="ADAL" clId="{594162DC-CCE5-43A9-B9C3-266A3DDEAE80}" dt="2025-11-18T11:53:18.911" v="529"/>
        <pc:sldMkLst>
          <pc:docMk/>
          <pc:sldMk cId="3170868007" sldId="278"/>
        </pc:sldMkLst>
        <pc:spChg chg="mod">
          <ac:chgData name="AHMET CETIN" userId="2e2693f6-b6ea-444e-bae2-ae104160d18b" providerId="ADAL" clId="{594162DC-CCE5-43A9-B9C3-266A3DDEAE80}" dt="2025-11-18T11:52:56.725" v="525"/>
          <ac:spMkLst>
            <pc:docMk/>
            <pc:sldMk cId="3170868007" sldId="278"/>
            <ac:spMk id="2" creationId="{A7228E11-4F5D-71C1-58AD-616F5200658F}"/>
          </ac:spMkLst>
        </pc:spChg>
        <pc:spChg chg="mod">
          <ac:chgData name="AHMET CETIN" userId="2e2693f6-b6ea-444e-bae2-ae104160d18b" providerId="ADAL" clId="{594162DC-CCE5-43A9-B9C3-266A3DDEAE80}" dt="2025-11-18T11:53:11.327" v="528" actId="27636"/>
          <ac:spMkLst>
            <pc:docMk/>
            <pc:sldMk cId="3170868007" sldId="278"/>
            <ac:spMk id="3" creationId="{7A954578-25CC-938A-C783-27AD95BCD8C0}"/>
          </ac:spMkLst>
        </pc:spChg>
        <pc:spChg chg="mod">
          <ac:chgData name="AHMET CETIN" userId="2e2693f6-b6ea-444e-bae2-ae104160d18b" providerId="ADAL" clId="{594162DC-CCE5-43A9-B9C3-266A3DDEAE80}" dt="2025-11-18T11:53:18.911" v="529"/>
          <ac:spMkLst>
            <pc:docMk/>
            <pc:sldMk cId="3170868007" sldId="278"/>
            <ac:spMk id="4" creationId="{7622E228-9C29-9778-2BC1-F91EE9998C8E}"/>
          </ac:spMkLst>
        </pc:spChg>
      </pc:sldChg>
      <pc:sldChg chg="modSp new mod">
        <pc:chgData name="AHMET CETIN" userId="2e2693f6-b6ea-444e-bae2-ae104160d18b" providerId="ADAL" clId="{594162DC-CCE5-43A9-B9C3-266A3DDEAE80}" dt="2025-11-18T11:54:11.357" v="546" actId="27636"/>
        <pc:sldMkLst>
          <pc:docMk/>
          <pc:sldMk cId="2625115489" sldId="279"/>
        </pc:sldMkLst>
        <pc:spChg chg="mod">
          <ac:chgData name="AHMET CETIN" userId="2e2693f6-b6ea-444e-bae2-ae104160d18b" providerId="ADAL" clId="{594162DC-CCE5-43A9-B9C3-266A3DDEAE80}" dt="2025-11-18T11:54:05.995" v="542" actId="1076"/>
          <ac:spMkLst>
            <pc:docMk/>
            <pc:sldMk cId="2625115489" sldId="279"/>
            <ac:spMk id="2" creationId="{EBAFEC65-44C8-BD95-6F8C-C06C51CEF5B6}"/>
          </ac:spMkLst>
        </pc:spChg>
        <pc:spChg chg="mod">
          <ac:chgData name="AHMET CETIN" userId="2e2693f6-b6ea-444e-bae2-ae104160d18b" providerId="ADAL" clId="{594162DC-CCE5-43A9-B9C3-266A3DDEAE80}" dt="2025-11-18T11:54:11.355" v="545" actId="27636"/>
          <ac:spMkLst>
            <pc:docMk/>
            <pc:sldMk cId="2625115489" sldId="279"/>
            <ac:spMk id="3" creationId="{46ED1AD1-E41E-60DC-053E-E1EB37D81373}"/>
          </ac:spMkLst>
        </pc:spChg>
        <pc:spChg chg="mod">
          <ac:chgData name="AHMET CETIN" userId="2e2693f6-b6ea-444e-bae2-ae104160d18b" providerId="ADAL" clId="{594162DC-CCE5-43A9-B9C3-266A3DDEAE80}" dt="2025-11-18T11:54:11.357" v="546" actId="27636"/>
          <ac:spMkLst>
            <pc:docMk/>
            <pc:sldMk cId="2625115489" sldId="279"/>
            <ac:spMk id="4" creationId="{9FD10C68-7E38-F2C1-9479-F2DBE824C9F9}"/>
          </ac:spMkLst>
        </pc:spChg>
      </pc:sldChg>
      <pc:sldChg chg="modSp new mod">
        <pc:chgData name="AHMET CETIN" userId="2e2693f6-b6ea-444e-bae2-ae104160d18b" providerId="ADAL" clId="{594162DC-CCE5-43A9-B9C3-266A3DDEAE80}" dt="2025-11-18T11:54:59.920" v="556" actId="255"/>
        <pc:sldMkLst>
          <pc:docMk/>
          <pc:sldMk cId="4262844053" sldId="280"/>
        </pc:sldMkLst>
        <pc:spChg chg="mod">
          <ac:chgData name="AHMET CETIN" userId="2e2693f6-b6ea-444e-bae2-ae104160d18b" providerId="ADAL" clId="{594162DC-CCE5-43A9-B9C3-266A3DDEAE80}" dt="2025-11-18T11:54:32.407" v="548"/>
          <ac:spMkLst>
            <pc:docMk/>
            <pc:sldMk cId="4262844053" sldId="280"/>
            <ac:spMk id="2" creationId="{91F2FD8A-839C-0C2C-1669-96F07CA2BC34}"/>
          </ac:spMkLst>
        </pc:spChg>
        <pc:spChg chg="mod">
          <ac:chgData name="AHMET CETIN" userId="2e2693f6-b6ea-444e-bae2-ae104160d18b" providerId="ADAL" clId="{594162DC-CCE5-43A9-B9C3-266A3DDEAE80}" dt="2025-11-18T11:54:48.718" v="554" actId="27636"/>
          <ac:spMkLst>
            <pc:docMk/>
            <pc:sldMk cId="4262844053" sldId="280"/>
            <ac:spMk id="3" creationId="{C3C61939-D501-4CFF-C462-71B4A2BDDA22}"/>
          </ac:spMkLst>
        </pc:spChg>
        <pc:spChg chg="mod">
          <ac:chgData name="AHMET CETIN" userId="2e2693f6-b6ea-444e-bae2-ae104160d18b" providerId="ADAL" clId="{594162DC-CCE5-43A9-B9C3-266A3DDEAE80}" dt="2025-11-18T11:54:59.920" v="556" actId="255"/>
          <ac:spMkLst>
            <pc:docMk/>
            <pc:sldMk cId="4262844053" sldId="280"/>
            <ac:spMk id="4" creationId="{F92D7806-909F-C06C-53C3-E175257AC271}"/>
          </ac:spMkLst>
        </pc:spChg>
      </pc:sldChg>
      <pc:sldChg chg="modSp new mod">
        <pc:chgData name="AHMET CETIN" userId="2e2693f6-b6ea-444e-bae2-ae104160d18b" providerId="ADAL" clId="{594162DC-CCE5-43A9-B9C3-266A3DDEAE80}" dt="2025-11-18T11:55:19.148" v="561" actId="27636"/>
        <pc:sldMkLst>
          <pc:docMk/>
          <pc:sldMk cId="1952858129" sldId="281"/>
        </pc:sldMkLst>
        <pc:spChg chg="mod">
          <ac:chgData name="AHMET CETIN" userId="2e2693f6-b6ea-444e-bae2-ae104160d18b" providerId="ADAL" clId="{594162DC-CCE5-43A9-B9C3-266A3DDEAE80}" dt="2025-11-18T11:55:12.097" v="558"/>
          <ac:spMkLst>
            <pc:docMk/>
            <pc:sldMk cId="1952858129" sldId="281"/>
            <ac:spMk id="2" creationId="{1D789686-65D8-6EFA-642E-7699EF3B89FE}"/>
          </ac:spMkLst>
        </pc:spChg>
        <pc:spChg chg="mod">
          <ac:chgData name="AHMET CETIN" userId="2e2693f6-b6ea-444e-bae2-ae104160d18b" providerId="ADAL" clId="{594162DC-CCE5-43A9-B9C3-266A3DDEAE80}" dt="2025-11-18T11:55:19.148" v="561" actId="27636"/>
          <ac:spMkLst>
            <pc:docMk/>
            <pc:sldMk cId="1952858129" sldId="281"/>
            <ac:spMk id="3" creationId="{061DC65A-C7E2-E522-359E-D11F50874965}"/>
          </ac:spMkLst>
        </pc:spChg>
        <pc:spChg chg="mod">
          <ac:chgData name="AHMET CETIN" userId="2e2693f6-b6ea-444e-bae2-ae104160d18b" providerId="ADAL" clId="{594162DC-CCE5-43A9-B9C3-266A3DDEAE80}" dt="2025-11-18T11:55:19.148" v="560" actId="27636"/>
          <ac:spMkLst>
            <pc:docMk/>
            <pc:sldMk cId="1952858129" sldId="281"/>
            <ac:spMk id="4" creationId="{4868ED49-327C-F758-0D46-D30C93027D6F}"/>
          </ac:spMkLst>
        </pc:spChg>
      </pc:sldChg>
      <pc:sldChg chg="modSp new mod">
        <pc:chgData name="AHMET CETIN" userId="2e2693f6-b6ea-444e-bae2-ae104160d18b" providerId="ADAL" clId="{594162DC-CCE5-43A9-B9C3-266A3DDEAE80}" dt="2025-11-18T11:55:36.219" v="566" actId="27636"/>
        <pc:sldMkLst>
          <pc:docMk/>
          <pc:sldMk cId="4005774191" sldId="282"/>
        </pc:sldMkLst>
        <pc:spChg chg="mod">
          <ac:chgData name="AHMET CETIN" userId="2e2693f6-b6ea-444e-bae2-ae104160d18b" providerId="ADAL" clId="{594162DC-CCE5-43A9-B9C3-266A3DDEAE80}" dt="2025-11-18T11:55:29.825" v="563"/>
          <ac:spMkLst>
            <pc:docMk/>
            <pc:sldMk cId="4005774191" sldId="282"/>
            <ac:spMk id="2" creationId="{462CFF6B-5465-ADCB-C5B1-281D7BDEE876}"/>
          </ac:spMkLst>
        </pc:spChg>
        <pc:spChg chg="mod">
          <ac:chgData name="AHMET CETIN" userId="2e2693f6-b6ea-444e-bae2-ae104160d18b" providerId="ADAL" clId="{594162DC-CCE5-43A9-B9C3-266A3DDEAE80}" dt="2025-11-18T11:55:36.219" v="566" actId="27636"/>
          <ac:spMkLst>
            <pc:docMk/>
            <pc:sldMk cId="4005774191" sldId="282"/>
            <ac:spMk id="3" creationId="{79148757-336A-BAB7-2982-F1CFE554A434}"/>
          </ac:spMkLst>
        </pc:spChg>
        <pc:spChg chg="mod">
          <ac:chgData name="AHMET CETIN" userId="2e2693f6-b6ea-444e-bae2-ae104160d18b" providerId="ADAL" clId="{594162DC-CCE5-43A9-B9C3-266A3DDEAE80}" dt="2025-11-18T11:55:36.203" v="565" actId="27636"/>
          <ac:spMkLst>
            <pc:docMk/>
            <pc:sldMk cId="4005774191" sldId="282"/>
            <ac:spMk id="4" creationId="{686063C0-0756-0DCD-0986-6F3FA38C764B}"/>
          </ac:spMkLst>
        </pc:spChg>
      </pc:sldChg>
      <pc:sldChg chg="modSp new mod">
        <pc:chgData name="AHMET CETIN" userId="2e2693f6-b6ea-444e-bae2-ae104160d18b" providerId="ADAL" clId="{594162DC-CCE5-43A9-B9C3-266A3DDEAE80}" dt="2025-11-18T11:56:02.266" v="572" actId="27636"/>
        <pc:sldMkLst>
          <pc:docMk/>
          <pc:sldMk cId="329754717" sldId="283"/>
        </pc:sldMkLst>
        <pc:spChg chg="mod">
          <ac:chgData name="AHMET CETIN" userId="2e2693f6-b6ea-444e-bae2-ae104160d18b" providerId="ADAL" clId="{594162DC-CCE5-43A9-B9C3-266A3DDEAE80}" dt="2025-11-18T11:55:45.914" v="568"/>
          <ac:spMkLst>
            <pc:docMk/>
            <pc:sldMk cId="329754717" sldId="283"/>
            <ac:spMk id="2" creationId="{18379DA9-8B77-A5E9-D5A9-F7D56AB9BF86}"/>
          </ac:spMkLst>
        </pc:spChg>
        <pc:spChg chg="mod">
          <ac:chgData name="AHMET CETIN" userId="2e2693f6-b6ea-444e-bae2-ae104160d18b" providerId="ADAL" clId="{594162DC-CCE5-43A9-B9C3-266A3DDEAE80}" dt="2025-11-18T11:56:02.266" v="571" actId="27636"/>
          <ac:spMkLst>
            <pc:docMk/>
            <pc:sldMk cId="329754717" sldId="283"/>
            <ac:spMk id="3" creationId="{3C3771F3-318E-89D0-2275-3A9CDABB4FC9}"/>
          </ac:spMkLst>
        </pc:spChg>
        <pc:spChg chg="mod">
          <ac:chgData name="AHMET CETIN" userId="2e2693f6-b6ea-444e-bae2-ae104160d18b" providerId="ADAL" clId="{594162DC-CCE5-43A9-B9C3-266A3DDEAE80}" dt="2025-11-18T11:56:02.266" v="572" actId="27636"/>
          <ac:spMkLst>
            <pc:docMk/>
            <pc:sldMk cId="329754717" sldId="283"/>
            <ac:spMk id="4" creationId="{CF7340E8-98AF-5137-0A41-46F2D1670B01}"/>
          </ac:spMkLst>
        </pc:spChg>
      </pc:sldChg>
      <pc:sldChg chg="delSp modSp new mod">
        <pc:chgData name="AHMET CETIN" userId="2e2693f6-b6ea-444e-bae2-ae104160d18b" providerId="ADAL" clId="{594162DC-CCE5-43A9-B9C3-266A3DDEAE80}" dt="2025-11-18T11:57:07.163" v="618" actId="20577"/>
        <pc:sldMkLst>
          <pc:docMk/>
          <pc:sldMk cId="517418417" sldId="284"/>
        </pc:sldMkLst>
        <pc:spChg chg="mod">
          <ac:chgData name="AHMET CETIN" userId="2e2693f6-b6ea-444e-bae2-ae104160d18b" providerId="ADAL" clId="{594162DC-CCE5-43A9-B9C3-266A3DDEAE80}" dt="2025-11-18T11:56:44.982" v="605" actId="20577"/>
          <ac:spMkLst>
            <pc:docMk/>
            <pc:sldMk cId="517418417" sldId="284"/>
            <ac:spMk id="3" creationId="{C533167F-D65E-CAF3-60FB-D9290F4DAE9C}"/>
          </ac:spMkLst>
        </pc:spChg>
        <pc:spChg chg="mod">
          <ac:chgData name="AHMET CETIN" userId="2e2693f6-b6ea-444e-bae2-ae104160d18b" providerId="ADAL" clId="{594162DC-CCE5-43A9-B9C3-266A3DDEAE80}" dt="2025-11-18T11:57:07.163" v="618" actId="20577"/>
          <ac:spMkLst>
            <pc:docMk/>
            <pc:sldMk cId="517418417" sldId="284"/>
            <ac:spMk id="4" creationId="{ED0CB98E-338E-5878-7202-5493537D6D82}"/>
          </ac:spMkLst>
        </pc:spChg>
      </pc:sldChg>
      <pc:sldChg chg="modSp new mod">
        <pc:chgData name="AHMET CETIN" userId="2e2693f6-b6ea-444e-bae2-ae104160d18b" providerId="ADAL" clId="{594162DC-CCE5-43A9-B9C3-266A3DDEAE80}" dt="2025-11-18T11:58:06.747" v="647" actId="20577"/>
        <pc:sldMkLst>
          <pc:docMk/>
          <pc:sldMk cId="4192789915" sldId="285"/>
        </pc:sldMkLst>
        <pc:spChg chg="mod">
          <ac:chgData name="AHMET CETIN" userId="2e2693f6-b6ea-444e-bae2-ae104160d18b" providerId="ADAL" clId="{594162DC-CCE5-43A9-B9C3-266A3DDEAE80}" dt="2025-11-18T11:57:30.543" v="620"/>
          <ac:spMkLst>
            <pc:docMk/>
            <pc:sldMk cId="4192789915" sldId="285"/>
            <ac:spMk id="2" creationId="{06631073-B097-FB12-C481-8F46668BF2BE}"/>
          </ac:spMkLst>
        </pc:spChg>
        <pc:spChg chg="mod">
          <ac:chgData name="AHMET CETIN" userId="2e2693f6-b6ea-444e-bae2-ae104160d18b" providerId="ADAL" clId="{594162DC-CCE5-43A9-B9C3-266A3DDEAE80}" dt="2025-11-18T11:57:47.444" v="638" actId="20577"/>
          <ac:spMkLst>
            <pc:docMk/>
            <pc:sldMk cId="4192789915" sldId="285"/>
            <ac:spMk id="3" creationId="{57965D66-7209-1E96-C08C-87688043695C}"/>
          </ac:spMkLst>
        </pc:spChg>
        <pc:spChg chg="mod">
          <ac:chgData name="AHMET CETIN" userId="2e2693f6-b6ea-444e-bae2-ae104160d18b" providerId="ADAL" clId="{594162DC-CCE5-43A9-B9C3-266A3DDEAE80}" dt="2025-11-18T11:58:06.747" v="647" actId="20577"/>
          <ac:spMkLst>
            <pc:docMk/>
            <pc:sldMk cId="4192789915" sldId="285"/>
            <ac:spMk id="4" creationId="{CC26DAC6-FD18-B823-1B96-FA25303BE24D}"/>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3FA559E-CADD-9EF9-542B-A83EE0706084}"/>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3EEDA654-8BE2-776F-2EA6-496E4E07C2E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394E930E-2CA0-77B2-04B0-07C7893B1D8F}"/>
              </a:ext>
            </a:extLst>
          </p:cNvPr>
          <p:cNvSpPr>
            <a:spLocks noGrp="1"/>
          </p:cNvSpPr>
          <p:nvPr>
            <p:ph type="dt" sz="half" idx="10"/>
          </p:nvPr>
        </p:nvSpPr>
        <p:spPr/>
        <p:txBody>
          <a:bodyPr/>
          <a:lstStyle/>
          <a:p>
            <a:fld id="{61349473-3CC5-4A0B-A09E-615CB60E98B0}" type="datetimeFigureOut">
              <a:rPr lang="tr-TR" smtClean="0"/>
              <a:t>25.11.2025</a:t>
            </a:fld>
            <a:endParaRPr lang="tr-TR"/>
          </a:p>
        </p:txBody>
      </p:sp>
      <p:sp>
        <p:nvSpPr>
          <p:cNvPr id="5" name="Alt Bilgi Yer Tutucusu 4">
            <a:extLst>
              <a:ext uri="{FF2B5EF4-FFF2-40B4-BE49-F238E27FC236}">
                <a16:creationId xmlns:a16="http://schemas.microsoft.com/office/drawing/2014/main" id="{6F635E4E-9FDE-79BD-DE85-B610641ED779}"/>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DE3C61D4-F681-9474-1AF0-B23E0B15718A}"/>
              </a:ext>
            </a:extLst>
          </p:cNvPr>
          <p:cNvSpPr>
            <a:spLocks noGrp="1"/>
          </p:cNvSpPr>
          <p:nvPr>
            <p:ph type="sldNum" sz="quarter" idx="12"/>
          </p:nvPr>
        </p:nvSpPr>
        <p:spPr/>
        <p:txBody>
          <a:bodyPr/>
          <a:lstStyle/>
          <a:p>
            <a:fld id="{5CC07C0F-932D-46C8-AE5D-4AB0732C3554}" type="slidenum">
              <a:rPr lang="tr-TR" smtClean="0"/>
              <a:t>‹#›</a:t>
            </a:fld>
            <a:endParaRPr lang="tr-TR"/>
          </a:p>
        </p:txBody>
      </p:sp>
    </p:spTree>
    <p:extLst>
      <p:ext uri="{BB962C8B-B14F-4D97-AF65-F5344CB8AC3E}">
        <p14:creationId xmlns:p14="http://schemas.microsoft.com/office/powerpoint/2010/main" val="3076094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CA6700A-8BEC-2472-A1B3-B196262C324C}"/>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4F4DCCB8-E40D-E365-B7C4-A277B9527468}"/>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C0A4B804-3010-3CA4-7593-69DAE41CA54B}"/>
              </a:ext>
            </a:extLst>
          </p:cNvPr>
          <p:cNvSpPr>
            <a:spLocks noGrp="1"/>
          </p:cNvSpPr>
          <p:nvPr>
            <p:ph type="dt" sz="half" idx="10"/>
          </p:nvPr>
        </p:nvSpPr>
        <p:spPr/>
        <p:txBody>
          <a:bodyPr/>
          <a:lstStyle/>
          <a:p>
            <a:fld id="{61349473-3CC5-4A0B-A09E-615CB60E98B0}" type="datetimeFigureOut">
              <a:rPr lang="tr-TR" smtClean="0"/>
              <a:t>25.11.2025</a:t>
            </a:fld>
            <a:endParaRPr lang="tr-TR"/>
          </a:p>
        </p:txBody>
      </p:sp>
      <p:sp>
        <p:nvSpPr>
          <p:cNvPr id="5" name="Alt Bilgi Yer Tutucusu 4">
            <a:extLst>
              <a:ext uri="{FF2B5EF4-FFF2-40B4-BE49-F238E27FC236}">
                <a16:creationId xmlns:a16="http://schemas.microsoft.com/office/drawing/2014/main" id="{3EDBB135-0231-7C9F-5CC7-9373836231C4}"/>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D5B74106-F854-390B-2645-92911DDB1F3D}"/>
              </a:ext>
            </a:extLst>
          </p:cNvPr>
          <p:cNvSpPr>
            <a:spLocks noGrp="1"/>
          </p:cNvSpPr>
          <p:nvPr>
            <p:ph type="sldNum" sz="quarter" idx="12"/>
          </p:nvPr>
        </p:nvSpPr>
        <p:spPr/>
        <p:txBody>
          <a:bodyPr/>
          <a:lstStyle/>
          <a:p>
            <a:fld id="{5CC07C0F-932D-46C8-AE5D-4AB0732C3554}" type="slidenum">
              <a:rPr lang="tr-TR" smtClean="0"/>
              <a:t>‹#›</a:t>
            </a:fld>
            <a:endParaRPr lang="tr-TR"/>
          </a:p>
        </p:txBody>
      </p:sp>
    </p:spTree>
    <p:extLst>
      <p:ext uri="{BB962C8B-B14F-4D97-AF65-F5344CB8AC3E}">
        <p14:creationId xmlns:p14="http://schemas.microsoft.com/office/powerpoint/2010/main" val="10196821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83320FB-D593-11E8-7D13-6B289F6C201C}"/>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47EE2EF7-375B-79B5-8029-E3EB9DDFF55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FD985537-1772-F2D0-F7A0-049791E6DBD1}"/>
              </a:ext>
            </a:extLst>
          </p:cNvPr>
          <p:cNvSpPr>
            <a:spLocks noGrp="1"/>
          </p:cNvSpPr>
          <p:nvPr>
            <p:ph type="dt" sz="half" idx="10"/>
          </p:nvPr>
        </p:nvSpPr>
        <p:spPr/>
        <p:txBody>
          <a:bodyPr/>
          <a:lstStyle/>
          <a:p>
            <a:fld id="{61349473-3CC5-4A0B-A09E-615CB60E98B0}" type="datetimeFigureOut">
              <a:rPr lang="tr-TR" smtClean="0"/>
              <a:t>25.11.2025</a:t>
            </a:fld>
            <a:endParaRPr lang="tr-TR"/>
          </a:p>
        </p:txBody>
      </p:sp>
      <p:sp>
        <p:nvSpPr>
          <p:cNvPr id="5" name="Alt Bilgi Yer Tutucusu 4">
            <a:extLst>
              <a:ext uri="{FF2B5EF4-FFF2-40B4-BE49-F238E27FC236}">
                <a16:creationId xmlns:a16="http://schemas.microsoft.com/office/drawing/2014/main" id="{EE3ABC25-E52F-7F9E-081D-A0CC9B4941D0}"/>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E4FB1171-FD74-7DA7-E4A7-94685F1D029F}"/>
              </a:ext>
            </a:extLst>
          </p:cNvPr>
          <p:cNvSpPr>
            <a:spLocks noGrp="1"/>
          </p:cNvSpPr>
          <p:nvPr>
            <p:ph type="sldNum" sz="quarter" idx="12"/>
          </p:nvPr>
        </p:nvSpPr>
        <p:spPr/>
        <p:txBody>
          <a:bodyPr/>
          <a:lstStyle/>
          <a:p>
            <a:fld id="{5CC07C0F-932D-46C8-AE5D-4AB0732C3554}" type="slidenum">
              <a:rPr lang="tr-TR" smtClean="0"/>
              <a:t>‹#›</a:t>
            </a:fld>
            <a:endParaRPr lang="tr-TR"/>
          </a:p>
        </p:txBody>
      </p:sp>
    </p:spTree>
    <p:extLst>
      <p:ext uri="{BB962C8B-B14F-4D97-AF65-F5344CB8AC3E}">
        <p14:creationId xmlns:p14="http://schemas.microsoft.com/office/powerpoint/2010/main" val="40762874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2125B1E-4FC5-6247-8C6A-B4044BF4A4D0}"/>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FA562077-1981-4047-BA1B-CB895190FFCE}"/>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9633E04F-E987-101E-72EC-6472EC5BE1AE}"/>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163829B4-BC80-0509-64E2-E6082BFF8E13}"/>
              </a:ext>
            </a:extLst>
          </p:cNvPr>
          <p:cNvSpPr>
            <a:spLocks noGrp="1"/>
          </p:cNvSpPr>
          <p:nvPr>
            <p:ph type="dt" sz="half" idx="10"/>
          </p:nvPr>
        </p:nvSpPr>
        <p:spPr/>
        <p:txBody>
          <a:bodyPr/>
          <a:lstStyle/>
          <a:p>
            <a:fld id="{61349473-3CC5-4A0B-A09E-615CB60E98B0}" type="datetimeFigureOut">
              <a:rPr lang="tr-TR" smtClean="0"/>
              <a:t>25.11.2025</a:t>
            </a:fld>
            <a:endParaRPr lang="tr-TR"/>
          </a:p>
        </p:txBody>
      </p:sp>
      <p:sp>
        <p:nvSpPr>
          <p:cNvPr id="6" name="Alt Bilgi Yer Tutucusu 5">
            <a:extLst>
              <a:ext uri="{FF2B5EF4-FFF2-40B4-BE49-F238E27FC236}">
                <a16:creationId xmlns:a16="http://schemas.microsoft.com/office/drawing/2014/main" id="{903AE4E1-E83C-A532-B691-0FEFADE1E34C}"/>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6EC9FF90-87E2-7FE0-B558-AD02E79CB83F}"/>
              </a:ext>
            </a:extLst>
          </p:cNvPr>
          <p:cNvSpPr>
            <a:spLocks noGrp="1"/>
          </p:cNvSpPr>
          <p:nvPr>
            <p:ph type="sldNum" sz="quarter" idx="12"/>
          </p:nvPr>
        </p:nvSpPr>
        <p:spPr/>
        <p:txBody>
          <a:bodyPr/>
          <a:lstStyle/>
          <a:p>
            <a:fld id="{5CC07C0F-932D-46C8-AE5D-4AB0732C3554}" type="slidenum">
              <a:rPr lang="tr-TR" smtClean="0"/>
              <a:t>‹#›</a:t>
            </a:fld>
            <a:endParaRPr lang="tr-TR"/>
          </a:p>
        </p:txBody>
      </p:sp>
    </p:spTree>
    <p:extLst>
      <p:ext uri="{BB962C8B-B14F-4D97-AF65-F5344CB8AC3E}">
        <p14:creationId xmlns:p14="http://schemas.microsoft.com/office/powerpoint/2010/main" val="38790938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01A7F38-E90F-715A-72A0-AEF1099BFF44}"/>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B21E9AA7-A3C2-6A59-08CB-F56A551B05A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13A46FDF-DCE3-66F9-7E0D-3C923FFA6038}"/>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0BA43EA9-F434-84B3-10E6-F7D54A2971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E56602EC-B308-B944-EA42-8774204F2F22}"/>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13CA278C-D78E-9697-F053-6926D8314FA5}"/>
              </a:ext>
            </a:extLst>
          </p:cNvPr>
          <p:cNvSpPr>
            <a:spLocks noGrp="1"/>
          </p:cNvSpPr>
          <p:nvPr>
            <p:ph type="dt" sz="half" idx="10"/>
          </p:nvPr>
        </p:nvSpPr>
        <p:spPr/>
        <p:txBody>
          <a:bodyPr/>
          <a:lstStyle/>
          <a:p>
            <a:fld id="{61349473-3CC5-4A0B-A09E-615CB60E98B0}" type="datetimeFigureOut">
              <a:rPr lang="tr-TR" smtClean="0"/>
              <a:t>25.11.2025</a:t>
            </a:fld>
            <a:endParaRPr lang="tr-TR"/>
          </a:p>
        </p:txBody>
      </p:sp>
      <p:sp>
        <p:nvSpPr>
          <p:cNvPr id="8" name="Alt Bilgi Yer Tutucusu 7">
            <a:extLst>
              <a:ext uri="{FF2B5EF4-FFF2-40B4-BE49-F238E27FC236}">
                <a16:creationId xmlns:a16="http://schemas.microsoft.com/office/drawing/2014/main" id="{3B10D741-43C1-9CCC-5C03-57C813B84526}"/>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10F133B3-02B3-2BF1-50AF-9F3D08B59A37}"/>
              </a:ext>
            </a:extLst>
          </p:cNvPr>
          <p:cNvSpPr>
            <a:spLocks noGrp="1"/>
          </p:cNvSpPr>
          <p:nvPr>
            <p:ph type="sldNum" sz="quarter" idx="12"/>
          </p:nvPr>
        </p:nvSpPr>
        <p:spPr/>
        <p:txBody>
          <a:bodyPr/>
          <a:lstStyle/>
          <a:p>
            <a:fld id="{5CC07C0F-932D-46C8-AE5D-4AB0732C3554}" type="slidenum">
              <a:rPr lang="tr-TR" smtClean="0"/>
              <a:t>‹#›</a:t>
            </a:fld>
            <a:endParaRPr lang="tr-TR"/>
          </a:p>
        </p:txBody>
      </p:sp>
    </p:spTree>
    <p:extLst>
      <p:ext uri="{BB962C8B-B14F-4D97-AF65-F5344CB8AC3E}">
        <p14:creationId xmlns:p14="http://schemas.microsoft.com/office/powerpoint/2010/main" val="20451338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F755376-2BE1-FC37-D2B1-7D30CABEB002}"/>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065C9E1E-F730-0B87-E9AB-9EB2DD300F1E}"/>
              </a:ext>
            </a:extLst>
          </p:cNvPr>
          <p:cNvSpPr>
            <a:spLocks noGrp="1"/>
          </p:cNvSpPr>
          <p:nvPr>
            <p:ph type="dt" sz="half" idx="10"/>
          </p:nvPr>
        </p:nvSpPr>
        <p:spPr/>
        <p:txBody>
          <a:bodyPr/>
          <a:lstStyle/>
          <a:p>
            <a:fld id="{61349473-3CC5-4A0B-A09E-615CB60E98B0}" type="datetimeFigureOut">
              <a:rPr lang="tr-TR" smtClean="0"/>
              <a:t>25.11.2025</a:t>
            </a:fld>
            <a:endParaRPr lang="tr-TR"/>
          </a:p>
        </p:txBody>
      </p:sp>
      <p:sp>
        <p:nvSpPr>
          <p:cNvPr id="4" name="Alt Bilgi Yer Tutucusu 3">
            <a:extLst>
              <a:ext uri="{FF2B5EF4-FFF2-40B4-BE49-F238E27FC236}">
                <a16:creationId xmlns:a16="http://schemas.microsoft.com/office/drawing/2014/main" id="{B4082F06-336A-270E-A8B2-7A06740699F7}"/>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C614ED2A-DAE4-581E-687F-DBABD2082B9C}"/>
              </a:ext>
            </a:extLst>
          </p:cNvPr>
          <p:cNvSpPr>
            <a:spLocks noGrp="1"/>
          </p:cNvSpPr>
          <p:nvPr>
            <p:ph type="sldNum" sz="quarter" idx="12"/>
          </p:nvPr>
        </p:nvSpPr>
        <p:spPr/>
        <p:txBody>
          <a:bodyPr/>
          <a:lstStyle/>
          <a:p>
            <a:fld id="{5CC07C0F-932D-46C8-AE5D-4AB0732C3554}" type="slidenum">
              <a:rPr lang="tr-TR" smtClean="0"/>
              <a:t>‹#›</a:t>
            </a:fld>
            <a:endParaRPr lang="tr-TR"/>
          </a:p>
        </p:txBody>
      </p:sp>
    </p:spTree>
    <p:extLst>
      <p:ext uri="{BB962C8B-B14F-4D97-AF65-F5344CB8AC3E}">
        <p14:creationId xmlns:p14="http://schemas.microsoft.com/office/powerpoint/2010/main" val="22594165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9A6C2D02-69ED-27A8-8613-E5CC2C92E512}"/>
              </a:ext>
            </a:extLst>
          </p:cNvPr>
          <p:cNvSpPr>
            <a:spLocks noGrp="1"/>
          </p:cNvSpPr>
          <p:nvPr>
            <p:ph type="dt" sz="half" idx="10"/>
          </p:nvPr>
        </p:nvSpPr>
        <p:spPr/>
        <p:txBody>
          <a:bodyPr/>
          <a:lstStyle/>
          <a:p>
            <a:fld id="{61349473-3CC5-4A0B-A09E-615CB60E98B0}" type="datetimeFigureOut">
              <a:rPr lang="tr-TR" smtClean="0"/>
              <a:t>25.11.2025</a:t>
            </a:fld>
            <a:endParaRPr lang="tr-TR"/>
          </a:p>
        </p:txBody>
      </p:sp>
      <p:sp>
        <p:nvSpPr>
          <p:cNvPr id="3" name="Alt Bilgi Yer Tutucusu 2">
            <a:extLst>
              <a:ext uri="{FF2B5EF4-FFF2-40B4-BE49-F238E27FC236}">
                <a16:creationId xmlns:a16="http://schemas.microsoft.com/office/drawing/2014/main" id="{807EEE9D-0E30-4F69-A083-88EF23019A21}"/>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CC931FAB-5781-4B99-03AA-08CA59363AC8}"/>
              </a:ext>
            </a:extLst>
          </p:cNvPr>
          <p:cNvSpPr>
            <a:spLocks noGrp="1"/>
          </p:cNvSpPr>
          <p:nvPr>
            <p:ph type="sldNum" sz="quarter" idx="12"/>
          </p:nvPr>
        </p:nvSpPr>
        <p:spPr/>
        <p:txBody>
          <a:bodyPr/>
          <a:lstStyle/>
          <a:p>
            <a:fld id="{5CC07C0F-932D-46C8-AE5D-4AB0732C3554}" type="slidenum">
              <a:rPr lang="tr-TR" smtClean="0"/>
              <a:t>‹#›</a:t>
            </a:fld>
            <a:endParaRPr lang="tr-TR"/>
          </a:p>
        </p:txBody>
      </p:sp>
    </p:spTree>
    <p:extLst>
      <p:ext uri="{BB962C8B-B14F-4D97-AF65-F5344CB8AC3E}">
        <p14:creationId xmlns:p14="http://schemas.microsoft.com/office/powerpoint/2010/main" val="8520118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B27ADB3-8E1A-B655-12CC-F2CD29B19635}"/>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8681BC3C-761E-FA5B-9123-DCEDCB95E10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B2A91F2D-74CC-8FED-17CE-E406055A79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A01AD585-1BA1-497A-BB25-451598BEC99E}"/>
              </a:ext>
            </a:extLst>
          </p:cNvPr>
          <p:cNvSpPr>
            <a:spLocks noGrp="1"/>
          </p:cNvSpPr>
          <p:nvPr>
            <p:ph type="dt" sz="half" idx="10"/>
          </p:nvPr>
        </p:nvSpPr>
        <p:spPr/>
        <p:txBody>
          <a:bodyPr/>
          <a:lstStyle/>
          <a:p>
            <a:fld id="{61349473-3CC5-4A0B-A09E-615CB60E98B0}" type="datetimeFigureOut">
              <a:rPr lang="tr-TR" smtClean="0"/>
              <a:t>25.11.2025</a:t>
            </a:fld>
            <a:endParaRPr lang="tr-TR"/>
          </a:p>
        </p:txBody>
      </p:sp>
      <p:sp>
        <p:nvSpPr>
          <p:cNvPr id="6" name="Alt Bilgi Yer Tutucusu 5">
            <a:extLst>
              <a:ext uri="{FF2B5EF4-FFF2-40B4-BE49-F238E27FC236}">
                <a16:creationId xmlns:a16="http://schemas.microsoft.com/office/drawing/2014/main" id="{67917151-5562-C3E9-73DB-45F6F8945B95}"/>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9B576645-F8CC-5455-45FD-C63A0EB6CCF1}"/>
              </a:ext>
            </a:extLst>
          </p:cNvPr>
          <p:cNvSpPr>
            <a:spLocks noGrp="1"/>
          </p:cNvSpPr>
          <p:nvPr>
            <p:ph type="sldNum" sz="quarter" idx="12"/>
          </p:nvPr>
        </p:nvSpPr>
        <p:spPr/>
        <p:txBody>
          <a:bodyPr/>
          <a:lstStyle/>
          <a:p>
            <a:fld id="{5CC07C0F-932D-46C8-AE5D-4AB0732C3554}" type="slidenum">
              <a:rPr lang="tr-TR" smtClean="0"/>
              <a:t>‹#›</a:t>
            </a:fld>
            <a:endParaRPr lang="tr-TR"/>
          </a:p>
        </p:txBody>
      </p:sp>
    </p:spTree>
    <p:extLst>
      <p:ext uri="{BB962C8B-B14F-4D97-AF65-F5344CB8AC3E}">
        <p14:creationId xmlns:p14="http://schemas.microsoft.com/office/powerpoint/2010/main" val="1906123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2140368-694E-AC2C-2F23-EB1C12113F32}"/>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590B02DE-3623-4767-711D-D922D6DA1E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70DF7676-5C31-5054-E74F-A847265B6A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BBF1A423-73B0-038C-DAB2-2E2C8FB2EA8C}"/>
              </a:ext>
            </a:extLst>
          </p:cNvPr>
          <p:cNvSpPr>
            <a:spLocks noGrp="1"/>
          </p:cNvSpPr>
          <p:nvPr>
            <p:ph type="dt" sz="half" idx="10"/>
          </p:nvPr>
        </p:nvSpPr>
        <p:spPr/>
        <p:txBody>
          <a:bodyPr/>
          <a:lstStyle/>
          <a:p>
            <a:fld id="{61349473-3CC5-4A0B-A09E-615CB60E98B0}" type="datetimeFigureOut">
              <a:rPr lang="tr-TR" smtClean="0"/>
              <a:t>25.11.2025</a:t>
            </a:fld>
            <a:endParaRPr lang="tr-TR"/>
          </a:p>
        </p:txBody>
      </p:sp>
      <p:sp>
        <p:nvSpPr>
          <p:cNvPr id="6" name="Alt Bilgi Yer Tutucusu 5">
            <a:extLst>
              <a:ext uri="{FF2B5EF4-FFF2-40B4-BE49-F238E27FC236}">
                <a16:creationId xmlns:a16="http://schemas.microsoft.com/office/drawing/2014/main" id="{C0C2B6C2-8392-F421-B787-1D9136B12175}"/>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D5419858-AA48-AFFC-DCE7-929C4EE7020A}"/>
              </a:ext>
            </a:extLst>
          </p:cNvPr>
          <p:cNvSpPr>
            <a:spLocks noGrp="1"/>
          </p:cNvSpPr>
          <p:nvPr>
            <p:ph type="sldNum" sz="quarter" idx="12"/>
          </p:nvPr>
        </p:nvSpPr>
        <p:spPr/>
        <p:txBody>
          <a:bodyPr/>
          <a:lstStyle/>
          <a:p>
            <a:fld id="{5CC07C0F-932D-46C8-AE5D-4AB0732C3554}" type="slidenum">
              <a:rPr lang="tr-TR" smtClean="0"/>
              <a:t>‹#›</a:t>
            </a:fld>
            <a:endParaRPr lang="tr-TR"/>
          </a:p>
        </p:txBody>
      </p:sp>
    </p:spTree>
    <p:extLst>
      <p:ext uri="{BB962C8B-B14F-4D97-AF65-F5344CB8AC3E}">
        <p14:creationId xmlns:p14="http://schemas.microsoft.com/office/powerpoint/2010/main" val="27142429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2C0E6A6-C9D3-85D0-10C1-E399BEAC25A1}"/>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9226C94A-43D1-4793-BA4C-6FA0399D8807}"/>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FE9C0A7F-D98A-C287-6461-1537C66471DD}"/>
              </a:ext>
            </a:extLst>
          </p:cNvPr>
          <p:cNvSpPr>
            <a:spLocks noGrp="1"/>
          </p:cNvSpPr>
          <p:nvPr>
            <p:ph type="dt" sz="half" idx="10"/>
          </p:nvPr>
        </p:nvSpPr>
        <p:spPr/>
        <p:txBody>
          <a:bodyPr/>
          <a:lstStyle/>
          <a:p>
            <a:fld id="{61349473-3CC5-4A0B-A09E-615CB60E98B0}" type="datetimeFigureOut">
              <a:rPr lang="tr-TR" smtClean="0"/>
              <a:t>25.11.2025</a:t>
            </a:fld>
            <a:endParaRPr lang="tr-TR"/>
          </a:p>
        </p:txBody>
      </p:sp>
      <p:sp>
        <p:nvSpPr>
          <p:cNvPr id="5" name="Alt Bilgi Yer Tutucusu 4">
            <a:extLst>
              <a:ext uri="{FF2B5EF4-FFF2-40B4-BE49-F238E27FC236}">
                <a16:creationId xmlns:a16="http://schemas.microsoft.com/office/drawing/2014/main" id="{0D4E2F1E-6161-5ADE-875D-936E9315EF26}"/>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0770FD72-23FA-2E5B-CEE5-02F08B5B2476}"/>
              </a:ext>
            </a:extLst>
          </p:cNvPr>
          <p:cNvSpPr>
            <a:spLocks noGrp="1"/>
          </p:cNvSpPr>
          <p:nvPr>
            <p:ph type="sldNum" sz="quarter" idx="12"/>
          </p:nvPr>
        </p:nvSpPr>
        <p:spPr/>
        <p:txBody>
          <a:bodyPr/>
          <a:lstStyle/>
          <a:p>
            <a:fld id="{5CC07C0F-932D-46C8-AE5D-4AB0732C3554}" type="slidenum">
              <a:rPr lang="tr-TR" smtClean="0"/>
              <a:t>‹#›</a:t>
            </a:fld>
            <a:endParaRPr lang="tr-TR"/>
          </a:p>
        </p:txBody>
      </p:sp>
    </p:spTree>
    <p:extLst>
      <p:ext uri="{BB962C8B-B14F-4D97-AF65-F5344CB8AC3E}">
        <p14:creationId xmlns:p14="http://schemas.microsoft.com/office/powerpoint/2010/main" val="20058219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1FE90208-B2B0-B469-36D2-A0F7DD69BBCC}"/>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3E669B56-4EFB-1CF2-D1FB-DA27D8FFA1D6}"/>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3E78F2BD-DC0B-99A4-60D8-AA636E526F52}"/>
              </a:ext>
            </a:extLst>
          </p:cNvPr>
          <p:cNvSpPr>
            <a:spLocks noGrp="1"/>
          </p:cNvSpPr>
          <p:nvPr>
            <p:ph type="dt" sz="half" idx="10"/>
          </p:nvPr>
        </p:nvSpPr>
        <p:spPr/>
        <p:txBody>
          <a:bodyPr/>
          <a:lstStyle/>
          <a:p>
            <a:fld id="{61349473-3CC5-4A0B-A09E-615CB60E98B0}" type="datetimeFigureOut">
              <a:rPr lang="tr-TR" smtClean="0"/>
              <a:t>25.11.2025</a:t>
            </a:fld>
            <a:endParaRPr lang="tr-TR"/>
          </a:p>
        </p:txBody>
      </p:sp>
      <p:sp>
        <p:nvSpPr>
          <p:cNvPr id="5" name="Alt Bilgi Yer Tutucusu 4">
            <a:extLst>
              <a:ext uri="{FF2B5EF4-FFF2-40B4-BE49-F238E27FC236}">
                <a16:creationId xmlns:a16="http://schemas.microsoft.com/office/drawing/2014/main" id="{1F75D924-5FFE-BC65-9CDD-0957A5C6F180}"/>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5ADB77D6-290A-085E-5012-EEC0E0B1BBCE}"/>
              </a:ext>
            </a:extLst>
          </p:cNvPr>
          <p:cNvSpPr>
            <a:spLocks noGrp="1"/>
          </p:cNvSpPr>
          <p:nvPr>
            <p:ph type="sldNum" sz="quarter" idx="12"/>
          </p:nvPr>
        </p:nvSpPr>
        <p:spPr/>
        <p:txBody>
          <a:bodyPr/>
          <a:lstStyle/>
          <a:p>
            <a:fld id="{5CC07C0F-932D-46C8-AE5D-4AB0732C3554}" type="slidenum">
              <a:rPr lang="tr-TR" smtClean="0"/>
              <a:t>‹#›</a:t>
            </a:fld>
            <a:endParaRPr lang="tr-TR"/>
          </a:p>
        </p:txBody>
      </p:sp>
    </p:spTree>
    <p:extLst>
      <p:ext uri="{BB962C8B-B14F-4D97-AF65-F5344CB8AC3E}">
        <p14:creationId xmlns:p14="http://schemas.microsoft.com/office/powerpoint/2010/main" val="30026861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1E6E0784-9FC2-160F-F771-F69978D078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FABBB379-344F-AEC8-A73B-EA5ECE2CE1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2936649E-7971-B4E9-77FB-8FD48BD3DE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1349473-3CC5-4A0B-A09E-615CB60E98B0}" type="datetimeFigureOut">
              <a:rPr lang="tr-TR" smtClean="0"/>
              <a:t>25.11.2025</a:t>
            </a:fld>
            <a:endParaRPr lang="tr-TR"/>
          </a:p>
        </p:txBody>
      </p:sp>
      <p:sp>
        <p:nvSpPr>
          <p:cNvPr id="5" name="Alt Bilgi Yer Tutucusu 4">
            <a:extLst>
              <a:ext uri="{FF2B5EF4-FFF2-40B4-BE49-F238E27FC236}">
                <a16:creationId xmlns:a16="http://schemas.microsoft.com/office/drawing/2014/main" id="{FBA1011C-1CDD-FB06-FCA4-B9B0EF4201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tr-TR"/>
          </a:p>
        </p:txBody>
      </p:sp>
      <p:sp>
        <p:nvSpPr>
          <p:cNvPr id="6" name="Slayt Numarası Yer Tutucusu 5">
            <a:extLst>
              <a:ext uri="{FF2B5EF4-FFF2-40B4-BE49-F238E27FC236}">
                <a16:creationId xmlns:a16="http://schemas.microsoft.com/office/drawing/2014/main" id="{7CEC18E5-DEF1-93D3-0E34-D37CB9CCD9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CC07C0F-932D-46C8-AE5D-4AB0732C3554}" type="slidenum">
              <a:rPr lang="tr-TR" smtClean="0"/>
              <a:t>‹#›</a:t>
            </a:fld>
            <a:endParaRPr lang="tr-TR"/>
          </a:p>
        </p:txBody>
      </p:sp>
    </p:spTree>
    <p:extLst>
      <p:ext uri="{BB962C8B-B14F-4D97-AF65-F5344CB8AC3E}">
        <p14:creationId xmlns:p14="http://schemas.microsoft.com/office/powerpoint/2010/main" val="13734553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175BF4E-47FC-A493-15A4-D1A6637053E9}"/>
              </a:ext>
            </a:extLst>
          </p:cNvPr>
          <p:cNvSpPr>
            <a:spLocks noGrp="1"/>
          </p:cNvSpPr>
          <p:nvPr>
            <p:ph type="ctrTitle"/>
          </p:nvPr>
        </p:nvSpPr>
        <p:spPr/>
        <p:txBody>
          <a:bodyPr/>
          <a:lstStyle/>
          <a:p>
            <a:r>
              <a:rPr lang="tr-TR" dirty="0"/>
              <a:t>Girişimcilik</a:t>
            </a:r>
          </a:p>
        </p:txBody>
      </p:sp>
      <p:sp>
        <p:nvSpPr>
          <p:cNvPr id="3" name="Alt Başlık 2">
            <a:extLst>
              <a:ext uri="{FF2B5EF4-FFF2-40B4-BE49-F238E27FC236}">
                <a16:creationId xmlns:a16="http://schemas.microsoft.com/office/drawing/2014/main" id="{AD877ECD-5426-A3D1-AF93-E1EFD2397530}"/>
              </a:ext>
            </a:extLst>
          </p:cNvPr>
          <p:cNvSpPr>
            <a:spLocks noGrp="1"/>
          </p:cNvSpPr>
          <p:nvPr>
            <p:ph type="subTitle" idx="1"/>
          </p:nvPr>
        </p:nvSpPr>
        <p:spPr/>
        <p:txBody>
          <a:bodyPr/>
          <a:lstStyle/>
          <a:p>
            <a:r>
              <a:rPr lang="tr-TR" dirty="0"/>
              <a:t>Ders 7</a:t>
            </a:r>
          </a:p>
          <a:p>
            <a:r>
              <a:rPr lang="tr-TR" sz="2400" b="1" i="0" u="none" strike="noStrike" baseline="0" dirty="0">
                <a:latin typeface="Calibri-Bold"/>
              </a:rPr>
              <a:t>İŞLETME KURULUŞU</a:t>
            </a:r>
            <a:endParaRPr lang="tr-TR" dirty="0"/>
          </a:p>
        </p:txBody>
      </p:sp>
    </p:spTree>
    <p:extLst>
      <p:ext uri="{BB962C8B-B14F-4D97-AF65-F5344CB8AC3E}">
        <p14:creationId xmlns:p14="http://schemas.microsoft.com/office/powerpoint/2010/main" val="36273809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çerik Yer Tutucusu 4">
            <a:extLst>
              <a:ext uri="{FF2B5EF4-FFF2-40B4-BE49-F238E27FC236}">
                <a16:creationId xmlns:a16="http://schemas.microsoft.com/office/drawing/2014/main" id="{F9454BDF-4302-BC09-FA48-56A389CC21CC}"/>
              </a:ext>
            </a:extLst>
          </p:cNvPr>
          <p:cNvPicPr>
            <a:picLocks noGrp="1" noChangeAspect="1"/>
          </p:cNvPicPr>
          <p:nvPr>
            <p:ph idx="1"/>
          </p:nvPr>
        </p:nvPicPr>
        <p:blipFill>
          <a:blip r:embed="rId2"/>
          <a:stretch>
            <a:fillRect/>
          </a:stretch>
        </p:blipFill>
        <p:spPr>
          <a:xfrm>
            <a:off x="2310063" y="481264"/>
            <a:ext cx="8454190" cy="6208294"/>
          </a:xfrm>
        </p:spPr>
      </p:pic>
    </p:spTree>
    <p:extLst>
      <p:ext uri="{BB962C8B-B14F-4D97-AF65-F5344CB8AC3E}">
        <p14:creationId xmlns:p14="http://schemas.microsoft.com/office/powerpoint/2010/main" val="37293465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4F1254F-65E0-90EA-7B2E-0F2A5E636C43}"/>
              </a:ext>
            </a:extLst>
          </p:cNvPr>
          <p:cNvSpPr>
            <a:spLocks noGrp="1"/>
          </p:cNvSpPr>
          <p:nvPr>
            <p:ph type="title"/>
          </p:nvPr>
        </p:nvSpPr>
        <p:spPr/>
        <p:txBody>
          <a:bodyPr/>
          <a:lstStyle/>
          <a:p>
            <a:r>
              <a:rPr lang="tr-TR" dirty="0"/>
              <a:t>İşletme kuruluşu</a:t>
            </a:r>
          </a:p>
        </p:txBody>
      </p:sp>
      <p:sp>
        <p:nvSpPr>
          <p:cNvPr id="3" name="İçerik Yer Tutucusu 2">
            <a:extLst>
              <a:ext uri="{FF2B5EF4-FFF2-40B4-BE49-F238E27FC236}">
                <a16:creationId xmlns:a16="http://schemas.microsoft.com/office/drawing/2014/main" id="{60B2B0E6-2B3A-6283-95DA-3408D53B6F6E}"/>
              </a:ext>
            </a:extLst>
          </p:cNvPr>
          <p:cNvSpPr>
            <a:spLocks noGrp="1"/>
          </p:cNvSpPr>
          <p:nvPr>
            <p:ph idx="1"/>
          </p:nvPr>
        </p:nvSpPr>
        <p:spPr>
          <a:xfrm>
            <a:off x="838200" y="1690688"/>
            <a:ext cx="10515600" cy="4486275"/>
          </a:xfrm>
        </p:spPr>
        <p:txBody>
          <a:bodyPr>
            <a:normAutofit/>
          </a:bodyPr>
          <a:lstStyle/>
          <a:p>
            <a:r>
              <a:rPr lang="tr-TR" dirty="0"/>
              <a:t>küçük işletme de olsa, belli bir süreci gerektirmektedir. </a:t>
            </a:r>
          </a:p>
          <a:p>
            <a:r>
              <a:rPr lang="tr-TR" dirty="0"/>
              <a:t>Bu süreç, yapılması planlanan işin ne kadar rasyonel olduğundan, </a:t>
            </a:r>
          </a:p>
          <a:p>
            <a:r>
              <a:rPr lang="tr-TR" dirty="0"/>
              <a:t>pazarın durumu, </a:t>
            </a:r>
          </a:p>
          <a:p>
            <a:r>
              <a:rPr lang="tr-TR" dirty="0"/>
              <a:t>işin maliyeti, </a:t>
            </a:r>
          </a:p>
          <a:p>
            <a:r>
              <a:rPr lang="tr-TR" dirty="0"/>
              <a:t>rekabet koşulları ve </a:t>
            </a:r>
          </a:p>
          <a:p>
            <a:r>
              <a:rPr lang="tr-TR" dirty="0"/>
              <a:t>yatırımın geri dönüşüm süresi </a:t>
            </a:r>
          </a:p>
          <a:p>
            <a:r>
              <a:rPr lang="tr-TR" dirty="0"/>
              <a:t>gibi hesaplamaların yapıldığı, bunun yanında kuruluş yerinin tam olarak neresi olacağı konusunda karar verildiği, bir inceleme, değerlendirme ve karar verme sürecidir.</a:t>
            </a:r>
          </a:p>
        </p:txBody>
      </p:sp>
    </p:spTree>
    <p:extLst>
      <p:ext uri="{BB962C8B-B14F-4D97-AF65-F5344CB8AC3E}">
        <p14:creationId xmlns:p14="http://schemas.microsoft.com/office/powerpoint/2010/main" val="38027649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7AA3E5B-F0D6-8F60-9590-BA1287F12A6E}"/>
              </a:ext>
            </a:extLst>
          </p:cNvPr>
          <p:cNvSpPr>
            <a:spLocks noGrp="1"/>
          </p:cNvSpPr>
          <p:nvPr>
            <p:ph type="title"/>
          </p:nvPr>
        </p:nvSpPr>
        <p:spPr/>
        <p:txBody>
          <a:bodyPr/>
          <a:lstStyle/>
          <a:p>
            <a:r>
              <a:rPr lang="tr-TR" dirty="0"/>
              <a:t>Neden iş kurmak isteriz?</a:t>
            </a:r>
          </a:p>
        </p:txBody>
      </p:sp>
      <p:sp>
        <p:nvSpPr>
          <p:cNvPr id="3" name="İçerik Yer Tutucusu 2">
            <a:extLst>
              <a:ext uri="{FF2B5EF4-FFF2-40B4-BE49-F238E27FC236}">
                <a16:creationId xmlns:a16="http://schemas.microsoft.com/office/drawing/2014/main" id="{B2BF3EF3-D6F9-1DAA-BA95-0D0A9D98C4B6}"/>
              </a:ext>
            </a:extLst>
          </p:cNvPr>
          <p:cNvSpPr>
            <a:spLocks noGrp="1"/>
          </p:cNvSpPr>
          <p:nvPr>
            <p:ph idx="1"/>
          </p:nvPr>
        </p:nvSpPr>
        <p:spPr/>
        <p:txBody>
          <a:bodyPr/>
          <a:lstStyle/>
          <a:p>
            <a:r>
              <a:rPr lang="tr-TR" dirty="0"/>
              <a:t>İşletmelerin kar elde etme temel amacı dışında işletme kurma sebepleri:</a:t>
            </a:r>
          </a:p>
          <a:p>
            <a:r>
              <a:rPr lang="tr-TR" dirty="0"/>
              <a:t>Toplumda saygınlık ve sosyal statü elde etmek, </a:t>
            </a:r>
          </a:p>
          <a:p>
            <a:r>
              <a:rPr lang="tr-TR" dirty="0"/>
              <a:t>kendi işini kurarak kendi işinin patron olmak, </a:t>
            </a:r>
          </a:p>
          <a:p>
            <a:r>
              <a:rPr lang="tr-TR" dirty="0"/>
              <a:t>İş arayanlara iş yaratmak ve </a:t>
            </a:r>
          </a:p>
          <a:p>
            <a:r>
              <a:rPr lang="tr-TR" dirty="0"/>
              <a:t>çok fazla ürünün yer aldığı pazarda, üretilen ürün ve hizmetlerle, tüketicilerin ihtiyaçlarına cevap vermek isteği gibi motivasyonlar da iş kurma isteğini oluşturmaktadır</a:t>
            </a:r>
          </a:p>
        </p:txBody>
      </p:sp>
    </p:spTree>
    <p:extLst>
      <p:ext uri="{BB962C8B-B14F-4D97-AF65-F5344CB8AC3E}">
        <p14:creationId xmlns:p14="http://schemas.microsoft.com/office/powerpoint/2010/main" val="42234535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10A70746-085F-5493-3898-628EF25BE1B4}"/>
              </a:ext>
            </a:extLst>
          </p:cNvPr>
          <p:cNvSpPr>
            <a:spLocks noGrp="1"/>
          </p:cNvSpPr>
          <p:nvPr>
            <p:ph idx="1"/>
          </p:nvPr>
        </p:nvSpPr>
        <p:spPr/>
        <p:txBody>
          <a:bodyPr>
            <a:normAutofit/>
          </a:bodyPr>
          <a:lstStyle/>
          <a:p>
            <a:r>
              <a:rPr lang="tr-TR" dirty="0"/>
              <a:t>Bir işletmenin kurulması aynı zamanda,</a:t>
            </a:r>
          </a:p>
          <a:p>
            <a:r>
              <a:rPr lang="tr-TR" dirty="0"/>
              <a:t> iş planı çerçevesinde, pazar planı, üretim planı ve finans planı gibi planlamalar yapılarak gerçekleştirilebilecek kapsamlı bir çalışmadır. </a:t>
            </a:r>
          </a:p>
          <a:p>
            <a:r>
              <a:rPr lang="tr-TR" dirty="0"/>
              <a:t>İşletme kuruluşunda göz önünde bulundurulması gereken yönetim, ortaklar, kaynaklar, pazar gibi faktörler vardır. </a:t>
            </a:r>
          </a:p>
          <a:p>
            <a:r>
              <a:rPr lang="tr-TR" dirty="0"/>
              <a:t>Bu faktörlerin sistematik olarak değerlendirildiği iş planları bu bakımdan büyük önem arz etmektedir.</a:t>
            </a:r>
          </a:p>
        </p:txBody>
      </p:sp>
    </p:spTree>
    <p:extLst>
      <p:ext uri="{BB962C8B-B14F-4D97-AF65-F5344CB8AC3E}">
        <p14:creationId xmlns:p14="http://schemas.microsoft.com/office/powerpoint/2010/main" val="32052134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CB0FC65-DB05-5ECB-60E7-ABFF7B2A6E7C}"/>
              </a:ext>
            </a:extLst>
          </p:cNvPr>
          <p:cNvSpPr>
            <a:spLocks noGrp="1"/>
          </p:cNvSpPr>
          <p:nvPr>
            <p:ph type="title"/>
          </p:nvPr>
        </p:nvSpPr>
        <p:spPr>
          <a:xfrm>
            <a:off x="762000" y="398378"/>
            <a:ext cx="10515600" cy="565317"/>
          </a:xfrm>
        </p:spPr>
        <p:txBody>
          <a:bodyPr>
            <a:normAutofit fontScale="90000"/>
          </a:bodyPr>
          <a:lstStyle/>
          <a:p>
            <a:r>
              <a:rPr lang="tr-TR" dirty="0"/>
              <a:t>İŞLETME KURULUŞ AŞAMALARI</a:t>
            </a:r>
          </a:p>
        </p:txBody>
      </p:sp>
      <p:sp>
        <p:nvSpPr>
          <p:cNvPr id="3" name="İçerik Yer Tutucusu 2">
            <a:extLst>
              <a:ext uri="{FF2B5EF4-FFF2-40B4-BE49-F238E27FC236}">
                <a16:creationId xmlns:a16="http://schemas.microsoft.com/office/drawing/2014/main" id="{8A6A02AE-D18C-F774-99EC-9C963BF6C3ED}"/>
              </a:ext>
            </a:extLst>
          </p:cNvPr>
          <p:cNvSpPr>
            <a:spLocks noGrp="1"/>
          </p:cNvSpPr>
          <p:nvPr>
            <p:ph sz="half" idx="1"/>
          </p:nvPr>
        </p:nvSpPr>
        <p:spPr>
          <a:xfrm>
            <a:off x="485273" y="1253331"/>
            <a:ext cx="5181600" cy="4351338"/>
          </a:xfrm>
        </p:spPr>
        <p:txBody>
          <a:bodyPr>
            <a:normAutofit fontScale="92500" lnSpcReduction="10000"/>
          </a:bodyPr>
          <a:lstStyle/>
          <a:p>
            <a:r>
              <a:rPr lang="tr-TR" b="1" dirty="0"/>
              <a:t>KARAR SÜRECİ</a:t>
            </a:r>
          </a:p>
          <a:p>
            <a:r>
              <a:rPr lang="tr-TR" dirty="0"/>
              <a:t>Proje Yatırım Düşüncesi</a:t>
            </a:r>
          </a:p>
          <a:p>
            <a:r>
              <a:rPr lang="tr-TR" dirty="0"/>
              <a:t>Fizibilite Çalışması</a:t>
            </a:r>
          </a:p>
          <a:p>
            <a:r>
              <a:rPr lang="tr-TR" dirty="0"/>
              <a:t>Yatırım Kararı</a:t>
            </a:r>
          </a:p>
          <a:p>
            <a:r>
              <a:rPr lang="tr-TR" b="1" dirty="0"/>
              <a:t>İŞ KURMA SÜRECİ</a:t>
            </a:r>
          </a:p>
          <a:p>
            <a:pPr lvl="1"/>
            <a:r>
              <a:rPr lang="tr-TR" dirty="0"/>
              <a:t>Yeni İş Fikri Kaynakları</a:t>
            </a:r>
          </a:p>
          <a:p>
            <a:pPr lvl="1"/>
            <a:r>
              <a:rPr lang="tr-TR" dirty="0"/>
              <a:t>Tüketiciler</a:t>
            </a:r>
          </a:p>
          <a:p>
            <a:pPr lvl="1"/>
            <a:r>
              <a:rPr lang="tr-TR" dirty="0"/>
              <a:t>Mevcut firmalar</a:t>
            </a:r>
          </a:p>
          <a:p>
            <a:pPr lvl="1"/>
            <a:r>
              <a:rPr lang="tr-TR" dirty="0"/>
              <a:t>Dağıtım kanalları</a:t>
            </a:r>
          </a:p>
          <a:p>
            <a:pPr lvl="1"/>
            <a:r>
              <a:rPr lang="tr-TR" dirty="0"/>
              <a:t>Devlet kurumları</a:t>
            </a:r>
          </a:p>
          <a:p>
            <a:pPr lvl="1"/>
            <a:r>
              <a:rPr lang="tr-TR" dirty="0"/>
              <a:t>Araştırma ve geliştirme</a:t>
            </a:r>
          </a:p>
          <a:p>
            <a:endParaRPr lang="tr-TR" dirty="0"/>
          </a:p>
        </p:txBody>
      </p:sp>
      <p:sp>
        <p:nvSpPr>
          <p:cNvPr id="4" name="İçerik Yer Tutucusu 3">
            <a:extLst>
              <a:ext uri="{FF2B5EF4-FFF2-40B4-BE49-F238E27FC236}">
                <a16:creationId xmlns:a16="http://schemas.microsoft.com/office/drawing/2014/main" id="{94BCAD94-3BB7-1BFA-F00C-22903268D338}"/>
              </a:ext>
            </a:extLst>
          </p:cNvPr>
          <p:cNvSpPr>
            <a:spLocks noGrp="1"/>
          </p:cNvSpPr>
          <p:nvPr>
            <p:ph sz="half" idx="2"/>
          </p:nvPr>
        </p:nvSpPr>
        <p:spPr>
          <a:xfrm>
            <a:off x="5502442" y="1253332"/>
            <a:ext cx="5851358" cy="4923632"/>
          </a:xfrm>
        </p:spPr>
        <p:txBody>
          <a:bodyPr>
            <a:normAutofit fontScale="92500" lnSpcReduction="10000"/>
          </a:bodyPr>
          <a:lstStyle/>
          <a:p>
            <a:pPr lvl="1"/>
            <a:r>
              <a:rPr lang="de-DE" b="1" dirty="0" err="1"/>
              <a:t>Ürün</a:t>
            </a:r>
            <a:r>
              <a:rPr lang="de-DE" b="1" dirty="0"/>
              <a:t> </a:t>
            </a:r>
            <a:r>
              <a:rPr lang="de-DE" b="1" dirty="0" err="1"/>
              <a:t>Planlama</a:t>
            </a:r>
            <a:r>
              <a:rPr lang="de-DE" b="1" dirty="0"/>
              <a:t> </a:t>
            </a:r>
            <a:r>
              <a:rPr lang="de-DE" b="1" dirty="0" err="1"/>
              <a:t>ve</a:t>
            </a:r>
            <a:r>
              <a:rPr lang="de-DE" b="1" dirty="0"/>
              <a:t> </a:t>
            </a:r>
            <a:r>
              <a:rPr lang="de-DE" b="1" dirty="0" err="1"/>
              <a:t>Geliştirme</a:t>
            </a:r>
            <a:r>
              <a:rPr lang="de-DE" b="1" dirty="0"/>
              <a:t> </a:t>
            </a:r>
            <a:r>
              <a:rPr lang="de-DE" b="1" dirty="0" err="1"/>
              <a:t>Süreci</a:t>
            </a:r>
            <a:endParaRPr lang="tr-TR" b="1" dirty="0"/>
          </a:p>
          <a:p>
            <a:pPr lvl="1"/>
            <a:r>
              <a:rPr lang="tr-TR" b="1" dirty="0"/>
              <a:t>İşletme Sahiplik Şeklinin Seçimi</a:t>
            </a:r>
          </a:p>
          <a:p>
            <a:pPr lvl="2"/>
            <a:r>
              <a:rPr lang="tr-TR" sz="2400" dirty="0"/>
              <a:t>Vergi</a:t>
            </a:r>
          </a:p>
          <a:p>
            <a:pPr lvl="2"/>
            <a:r>
              <a:rPr lang="tr-TR" sz="2400" dirty="0"/>
              <a:t>Yükümlülük</a:t>
            </a:r>
          </a:p>
          <a:p>
            <a:pPr lvl="2"/>
            <a:r>
              <a:rPr lang="tr-TR" sz="2400" dirty="0"/>
              <a:t>Başlangıçtaki ve gelecekteki sermaye ihtiyaçları</a:t>
            </a:r>
          </a:p>
          <a:p>
            <a:pPr lvl="2"/>
            <a:r>
              <a:rPr lang="tr-TR" sz="2400" dirty="0"/>
              <a:t>Kontrol</a:t>
            </a:r>
          </a:p>
          <a:p>
            <a:pPr lvl="2"/>
            <a:r>
              <a:rPr lang="tr-TR" sz="2400" dirty="0"/>
              <a:t>İdari yetenek</a:t>
            </a:r>
          </a:p>
          <a:p>
            <a:pPr lvl="2"/>
            <a:r>
              <a:rPr lang="tr-TR" sz="2400" dirty="0"/>
              <a:t>İşletme amaçları</a:t>
            </a:r>
          </a:p>
          <a:p>
            <a:pPr lvl="2"/>
            <a:r>
              <a:rPr lang="tr-TR" sz="2400" dirty="0"/>
              <a:t>Kuruluş maliyeti</a:t>
            </a:r>
          </a:p>
          <a:p>
            <a:pPr lvl="1"/>
            <a:r>
              <a:rPr lang="tr-TR" sz="2800" b="1" dirty="0"/>
              <a:t>Yeni İş Kurma</a:t>
            </a:r>
          </a:p>
          <a:p>
            <a:endParaRPr lang="tr-TR" sz="2400" dirty="0"/>
          </a:p>
        </p:txBody>
      </p:sp>
    </p:spTree>
    <p:extLst>
      <p:ext uri="{BB962C8B-B14F-4D97-AF65-F5344CB8AC3E}">
        <p14:creationId xmlns:p14="http://schemas.microsoft.com/office/powerpoint/2010/main" val="16264541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İçerik Yer Tutucusu 5">
            <a:extLst>
              <a:ext uri="{FF2B5EF4-FFF2-40B4-BE49-F238E27FC236}">
                <a16:creationId xmlns:a16="http://schemas.microsoft.com/office/drawing/2014/main" id="{64188558-359B-09EB-2937-A3F9123CB9E4}"/>
              </a:ext>
            </a:extLst>
          </p:cNvPr>
          <p:cNvSpPr>
            <a:spLocks noGrp="1"/>
          </p:cNvSpPr>
          <p:nvPr>
            <p:ph idx="1"/>
          </p:nvPr>
        </p:nvSpPr>
        <p:spPr/>
        <p:txBody>
          <a:bodyPr/>
          <a:lstStyle/>
          <a:p>
            <a:r>
              <a:rPr lang="tr-TR" dirty="0"/>
              <a:t>İşletme kuruluşu bir anda gerçekleşebilecek bir durum değildir;</a:t>
            </a:r>
          </a:p>
          <a:p>
            <a:r>
              <a:rPr lang="tr-TR" dirty="0"/>
              <a:t> bir süreç şeklinde işler ve son derece titiz analizler gerektirir. Girişimci, pazar araştırması sonucunda, kuruluş aşamasının en kapsamlı çalışması olan </a:t>
            </a:r>
            <a:r>
              <a:rPr lang="tr-TR" i="1" dirty="0"/>
              <a:t>fizibilite etütlerini </a:t>
            </a:r>
            <a:r>
              <a:rPr lang="tr-TR" dirty="0"/>
              <a:t>yapar. Bu etütler sonucunda yatırımın kârlı olacağı belirlenirse yatırım kararı alınır.</a:t>
            </a:r>
          </a:p>
        </p:txBody>
      </p:sp>
    </p:spTree>
    <p:extLst>
      <p:ext uri="{BB962C8B-B14F-4D97-AF65-F5344CB8AC3E}">
        <p14:creationId xmlns:p14="http://schemas.microsoft.com/office/powerpoint/2010/main" val="40161881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5665412-2E2F-634A-60B5-9A452569A4A2}"/>
              </a:ext>
            </a:extLst>
          </p:cNvPr>
          <p:cNvSpPr>
            <a:spLocks noGrp="1"/>
          </p:cNvSpPr>
          <p:nvPr>
            <p:ph type="title"/>
          </p:nvPr>
        </p:nvSpPr>
        <p:spPr/>
        <p:txBody>
          <a:bodyPr/>
          <a:lstStyle/>
          <a:p>
            <a:r>
              <a:rPr lang="tr-TR" dirty="0"/>
              <a:t>Bu aşamalar şunlardır:</a:t>
            </a:r>
          </a:p>
        </p:txBody>
      </p:sp>
      <p:sp>
        <p:nvSpPr>
          <p:cNvPr id="3" name="İçerik Yer Tutucusu 2">
            <a:extLst>
              <a:ext uri="{FF2B5EF4-FFF2-40B4-BE49-F238E27FC236}">
                <a16:creationId xmlns:a16="http://schemas.microsoft.com/office/drawing/2014/main" id="{5BD070C9-CDB0-DCEF-D930-3E2030C701B2}"/>
              </a:ext>
            </a:extLst>
          </p:cNvPr>
          <p:cNvSpPr>
            <a:spLocks noGrp="1"/>
          </p:cNvSpPr>
          <p:nvPr>
            <p:ph sz="half" idx="1"/>
          </p:nvPr>
        </p:nvSpPr>
        <p:spPr>
          <a:xfrm>
            <a:off x="661737" y="1504783"/>
            <a:ext cx="5181600" cy="2748598"/>
          </a:xfrm>
        </p:spPr>
        <p:txBody>
          <a:bodyPr>
            <a:normAutofit fontScale="92500" lnSpcReduction="10000"/>
          </a:bodyPr>
          <a:lstStyle/>
          <a:p>
            <a:r>
              <a:rPr lang="tr-TR" dirty="0"/>
              <a:t>1.	Proje Yatırım Düşüncesi: İşletme kuruluş sürecinin ilk aşamasıdır. Girişimci, yatırım konusunda alternatifleri gözden geçirir, araştırmalar yapar ve bu alternatifler arasından en ekonomik olanı seçerek uygulamaya başlar.</a:t>
            </a:r>
          </a:p>
        </p:txBody>
      </p:sp>
      <p:sp>
        <p:nvSpPr>
          <p:cNvPr id="4" name="İçerik Yer Tutucusu 3">
            <a:extLst>
              <a:ext uri="{FF2B5EF4-FFF2-40B4-BE49-F238E27FC236}">
                <a16:creationId xmlns:a16="http://schemas.microsoft.com/office/drawing/2014/main" id="{38D228EF-E2E0-4969-A6E8-EFBDD56457E1}"/>
              </a:ext>
            </a:extLst>
          </p:cNvPr>
          <p:cNvSpPr>
            <a:spLocks noGrp="1"/>
          </p:cNvSpPr>
          <p:nvPr>
            <p:ph sz="half" idx="2"/>
          </p:nvPr>
        </p:nvSpPr>
        <p:spPr>
          <a:xfrm>
            <a:off x="6573253" y="743026"/>
            <a:ext cx="5181600" cy="3966134"/>
          </a:xfrm>
        </p:spPr>
        <p:txBody>
          <a:bodyPr>
            <a:noAutofit/>
          </a:bodyPr>
          <a:lstStyle/>
          <a:p>
            <a:r>
              <a:rPr lang="tr-TR" sz="2400" dirty="0"/>
              <a:t>2.	Fizibilite Çalışması: Yatırım kararından önce yapılan, başta </a:t>
            </a:r>
            <a:r>
              <a:rPr lang="tr-TR" sz="2400" i="1" dirty="0"/>
              <a:t>hukuki, teknik, ekonomik ve finansal analizler olmak üzere kârlılık, vergi vb.</a:t>
            </a:r>
            <a:r>
              <a:rPr lang="tr-TR" sz="2400" dirty="0"/>
              <a:t> verileri içeren kapsamlı bir çalışmadır. Bu çalışma, yatırım fikrinin rasyonel olup olmadığı konusunda bilgi verir. Ekonomik, teknik, hukuki ve mali olmak üzere dört temel çalışmayı kapsar. Eğer fizibilite raporu olumsuz çıkarsa, yatırım düşüncesinden vazgeçilir.</a:t>
            </a:r>
          </a:p>
        </p:txBody>
      </p:sp>
      <p:sp>
        <p:nvSpPr>
          <p:cNvPr id="5" name="Metin kutusu 4">
            <a:extLst>
              <a:ext uri="{FF2B5EF4-FFF2-40B4-BE49-F238E27FC236}">
                <a16:creationId xmlns:a16="http://schemas.microsoft.com/office/drawing/2014/main" id="{48DB79EC-FBA8-82C7-41B6-0FD84A79DF55}"/>
              </a:ext>
            </a:extLst>
          </p:cNvPr>
          <p:cNvSpPr txBox="1"/>
          <p:nvPr/>
        </p:nvSpPr>
        <p:spPr>
          <a:xfrm>
            <a:off x="1042415" y="4709160"/>
            <a:ext cx="7620321" cy="1569660"/>
          </a:xfrm>
          <a:prstGeom prst="rect">
            <a:avLst/>
          </a:prstGeom>
          <a:noFill/>
        </p:spPr>
        <p:txBody>
          <a:bodyPr wrap="square" rtlCol="0">
            <a:spAutoFit/>
          </a:bodyPr>
          <a:lstStyle/>
          <a:p>
            <a:r>
              <a:rPr lang="tr-TR" sz="2400" dirty="0"/>
              <a:t>3.Yatırım Kararı: Fizibilite çalışmaları sonucunda hazırlanan rapor yatırımın gerçekleştirilmesi yönünde ise yatırım kararı verilir. Bu kararın ardından yatırım projesi hazırlanır ve fiziki yapının oluşturulmasına başlanır.</a:t>
            </a:r>
          </a:p>
        </p:txBody>
      </p:sp>
    </p:spTree>
    <p:extLst>
      <p:ext uri="{BB962C8B-B14F-4D97-AF65-F5344CB8AC3E}">
        <p14:creationId xmlns:p14="http://schemas.microsoft.com/office/powerpoint/2010/main" val="15955891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42D48FA-8799-CFE8-05EC-C089DA0014E0}"/>
              </a:ext>
            </a:extLst>
          </p:cNvPr>
          <p:cNvSpPr>
            <a:spLocks noGrp="1"/>
          </p:cNvSpPr>
          <p:nvPr>
            <p:ph type="title"/>
          </p:nvPr>
        </p:nvSpPr>
        <p:spPr/>
        <p:txBody>
          <a:bodyPr/>
          <a:lstStyle/>
          <a:p>
            <a:r>
              <a:rPr lang="tr-TR" dirty="0"/>
              <a:t>İŞ KURMA SÜRECİ</a:t>
            </a:r>
          </a:p>
        </p:txBody>
      </p:sp>
      <p:sp>
        <p:nvSpPr>
          <p:cNvPr id="3" name="İçerik Yer Tutucusu 2">
            <a:extLst>
              <a:ext uri="{FF2B5EF4-FFF2-40B4-BE49-F238E27FC236}">
                <a16:creationId xmlns:a16="http://schemas.microsoft.com/office/drawing/2014/main" id="{27090DBD-4D38-0C51-0B5A-826741E881C3}"/>
              </a:ext>
            </a:extLst>
          </p:cNvPr>
          <p:cNvSpPr>
            <a:spLocks noGrp="1"/>
          </p:cNvSpPr>
          <p:nvPr>
            <p:ph sz="half" idx="1"/>
          </p:nvPr>
        </p:nvSpPr>
        <p:spPr/>
        <p:txBody>
          <a:bodyPr/>
          <a:lstStyle/>
          <a:p>
            <a:r>
              <a:rPr lang="tr-TR" dirty="0"/>
              <a:t>Girişimciler için iş kurma süreci</a:t>
            </a:r>
            <a:r>
              <a:rPr lang="tr-TR" i="1" dirty="0"/>
              <a:t>, iş fikri kaynaklarından elde edilen yeni iş fikirleriyle başlayıp iş planı ve işin kurulmasına</a:t>
            </a:r>
            <a:r>
              <a:rPr lang="tr-TR" dirty="0"/>
              <a:t> kadar devam eden bir süreçtir. Bu süreç, yorucu olup, titiz çalışmayı ve gerçekçi davranmayı gerektirir.</a:t>
            </a:r>
          </a:p>
        </p:txBody>
      </p:sp>
      <p:sp>
        <p:nvSpPr>
          <p:cNvPr id="4" name="İçerik Yer Tutucusu 3">
            <a:extLst>
              <a:ext uri="{FF2B5EF4-FFF2-40B4-BE49-F238E27FC236}">
                <a16:creationId xmlns:a16="http://schemas.microsoft.com/office/drawing/2014/main" id="{1E40623B-223B-12E8-E6B6-29EF7EE94890}"/>
              </a:ext>
            </a:extLst>
          </p:cNvPr>
          <p:cNvSpPr>
            <a:spLocks noGrp="1"/>
          </p:cNvSpPr>
          <p:nvPr>
            <p:ph sz="half" idx="2"/>
          </p:nvPr>
        </p:nvSpPr>
        <p:spPr/>
        <p:txBody>
          <a:bodyPr/>
          <a:lstStyle/>
          <a:p>
            <a:pPr>
              <a:lnSpc>
                <a:spcPct val="107000"/>
              </a:lnSpc>
              <a:spcAft>
                <a:spcPts val="800"/>
              </a:spcAft>
            </a:pPr>
            <a:r>
              <a:rPr lang="tr-TR" sz="2800" b="1" kern="100" dirty="0">
                <a:effectLst/>
                <a:latin typeface="Calibri" panose="020F0502020204030204" pitchFamily="34" charset="0"/>
                <a:ea typeface="Calibri" panose="020F0502020204030204" pitchFamily="34" charset="0"/>
                <a:cs typeface="Times New Roman" panose="02020603050405020304" pitchFamily="18" charset="0"/>
              </a:rPr>
              <a:t>Yeni İş Fikri Kaynakları</a:t>
            </a:r>
            <a:endParaRPr lang="tr-TR" sz="2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tr-TR" sz="2800" kern="100" dirty="0">
                <a:effectLst/>
                <a:latin typeface="Calibri" panose="020F0502020204030204" pitchFamily="34" charset="0"/>
                <a:ea typeface="Calibri" panose="020F0502020204030204" pitchFamily="34" charset="0"/>
                <a:cs typeface="Times New Roman" panose="02020603050405020304" pitchFamily="18" charset="0"/>
              </a:rPr>
              <a:t>Girişimciler için çok sayıda iş fikri kaynağı mevcuttur. Bunlardan en yaygın olanları </a:t>
            </a:r>
            <a:r>
              <a:rPr lang="tr-TR" sz="2800" b="1" kern="100" dirty="0">
                <a:effectLst/>
                <a:latin typeface="Calibri" panose="020F0502020204030204" pitchFamily="34" charset="0"/>
                <a:ea typeface="Calibri" panose="020F0502020204030204" pitchFamily="34" charset="0"/>
                <a:cs typeface="Times New Roman" panose="02020603050405020304" pitchFamily="18" charset="0"/>
              </a:rPr>
              <a:t>tüketiciler, mevcut firmalar, dağıtım kanalları, devlet kurumları ve araştırma geliştirme çalışmalarıdır</a:t>
            </a:r>
            <a:r>
              <a:rPr lang="tr-TR" sz="2800" kern="100" dirty="0">
                <a:effectLst/>
                <a:latin typeface="Calibri" panose="020F0502020204030204" pitchFamily="34" charset="0"/>
                <a:ea typeface="Calibri" panose="020F0502020204030204" pitchFamily="34" charset="0"/>
                <a:cs typeface="Times New Roman" panose="02020603050405020304" pitchFamily="18" charset="0"/>
              </a:rPr>
              <a:t>.</a:t>
            </a:r>
          </a:p>
          <a:p>
            <a:endParaRPr lang="tr-TR" dirty="0"/>
          </a:p>
        </p:txBody>
      </p:sp>
    </p:spTree>
    <p:extLst>
      <p:ext uri="{BB962C8B-B14F-4D97-AF65-F5344CB8AC3E}">
        <p14:creationId xmlns:p14="http://schemas.microsoft.com/office/powerpoint/2010/main" val="14592848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Başlık 4">
            <a:extLst>
              <a:ext uri="{FF2B5EF4-FFF2-40B4-BE49-F238E27FC236}">
                <a16:creationId xmlns:a16="http://schemas.microsoft.com/office/drawing/2014/main" id="{A51F5EE1-88C5-23F7-AC92-10C5BD067A96}"/>
              </a:ext>
            </a:extLst>
          </p:cNvPr>
          <p:cNvSpPr>
            <a:spLocks noGrp="1"/>
          </p:cNvSpPr>
          <p:nvPr>
            <p:ph type="title"/>
          </p:nvPr>
        </p:nvSpPr>
        <p:spPr>
          <a:xfrm>
            <a:off x="838200" y="365126"/>
            <a:ext cx="10515600" cy="950328"/>
          </a:xfrm>
        </p:spPr>
        <p:txBody>
          <a:bodyPr>
            <a:normAutofit/>
          </a:bodyPr>
          <a:lstStyle/>
          <a:p>
            <a:r>
              <a:rPr lang="tr-TR" dirty="0"/>
              <a:t>Yeni İş Fikri Kaynakları</a:t>
            </a:r>
          </a:p>
        </p:txBody>
      </p:sp>
      <p:sp>
        <p:nvSpPr>
          <p:cNvPr id="3" name="İçerik Yer Tutucusu 2">
            <a:extLst>
              <a:ext uri="{FF2B5EF4-FFF2-40B4-BE49-F238E27FC236}">
                <a16:creationId xmlns:a16="http://schemas.microsoft.com/office/drawing/2014/main" id="{F671AC94-87A7-F022-797A-BE7EA441121A}"/>
              </a:ext>
            </a:extLst>
          </p:cNvPr>
          <p:cNvSpPr>
            <a:spLocks noGrp="1"/>
          </p:cNvSpPr>
          <p:nvPr>
            <p:ph sz="half" idx="1"/>
          </p:nvPr>
        </p:nvSpPr>
        <p:spPr/>
        <p:txBody>
          <a:bodyPr>
            <a:normAutofit fontScale="92500" lnSpcReduction="20000"/>
          </a:bodyPr>
          <a:lstStyle/>
          <a:p>
            <a:pPr marL="342900" lvl="0" indent="-342900">
              <a:lnSpc>
                <a:spcPct val="107000"/>
              </a:lnSpc>
              <a:spcAft>
                <a:spcPts val="800"/>
              </a:spcAft>
              <a:buSzPts val="1000"/>
              <a:buFont typeface="Symbol" panose="05050102010706020507" pitchFamily="18" charset="2"/>
              <a:buChar char=""/>
              <a:tabLst>
                <a:tab pos="457200" algn="l"/>
              </a:tabLst>
            </a:pPr>
            <a:r>
              <a:rPr lang="tr-TR" sz="2800" b="1" kern="100" dirty="0">
                <a:effectLst/>
                <a:latin typeface="Calibri" panose="020F0502020204030204" pitchFamily="34" charset="0"/>
                <a:ea typeface="Calibri" panose="020F0502020204030204" pitchFamily="34" charset="0"/>
                <a:cs typeface="Times New Roman" panose="02020603050405020304" pitchFamily="18" charset="0"/>
              </a:rPr>
              <a:t>Tüketiciler:</a:t>
            </a:r>
            <a:r>
              <a:rPr lang="tr-TR" sz="2800" kern="100" dirty="0">
                <a:effectLst/>
                <a:latin typeface="Calibri" panose="020F0502020204030204" pitchFamily="34" charset="0"/>
                <a:ea typeface="Calibri" panose="020F0502020204030204" pitchFamily="34" charset="0"/>
                <a:cs typeface="Times New Roman" panose="02020603050405020304" pitchFamily="18" charset="0"/>
              </a:rPr>
              <a:t> Potansiyel girişimci, yeni mal ve hizmet fikri konusunda nihai hedef olan tüketici ile yakından ilgilenmelidir; bu, onların fikir ve ihtiyaçlarının gözlenmesi veya ifade edebilecekleri ortamların hazırlanması şeklinde olabilir. Önemli olan, belirlenen fikrin yeni bir işletme kurulmasını gerektirecek büyüklükte bir pazara sahip olmasıdır.</a:t>
            </a:r>
          </a:p>
          <a:p>
            <a:endParaRPr lang="tr-TR" dirty="0"/>
          </a:p>
        </p:txBody>
      </p:sp>
      <p:sp>
        <p:nvSpPr>
          <p:cNvPr id="4" name="İçerik Yer Tutucusu 3">
            <a:extLst>
              <a:ext uri="{FF2B5EF4-FFF2-40B4-BE49-F238E27FC236}">
                <a16:creationId xmlns:a16="http://schemas.microsoft.com/office/drawing/2014/main" id="{91BAF528-2406-00BB-3722-F27C38A46F91}"/>
              </a:ext>
            </a:extLst>
          </p:cNvPr>
          <p:cNvSpPr>
            <a:spLocks noGrp="1"/>
          </p:cNvSpPr>
          <p:nvPr>
            <p:ph sz="half" idx="2"/>
          </p:nvPr>
        </p:nvSpPr>
        <p:spPr/>
        <p:txBody>
          <a:bodyPr>
            <a:normAutofit fontScale="92500" lnSpcReduction="20000"/>
          </a:bodyPr>
          <a:lstStyle/>
          <a:p>
            <a:pPr marL="342900" lvl="0" indent="-342900">
              <a:lnSpc>
                <a:spcPct val="107000"/>
              </a:lnSpc>
              <a:spcAft>
                <a:spcPts val="800"/>
              </a:spcAft>
              <a:buSzPts val="1000"/>
              <a:buFont typeface="Symbol" panose="05050102010706020507" pitchFamily="18" charset="2"/>
              <a:buChar char=""/>
              <a:tabLst>
                <a:tab pos="457200" algn="l"/>
              </a:tabLst>
            </a:pPr>
            <a:r>
              <a:rPr lang="tr-TR" sz="2800" b="1" kern="100" dirty="0">
                <a:effectLst/>
                <a:latin typeface="Calibri" panose="020F0502020204030204" pitchFamily="34" charset="0"/>
                <a:ea typeface="Calibri" panose="020F0502020204030204" pitchFamily="34" charset="0"/>
                <a:cs typeface="Times New Roman" panose="02020603050405020304" pitchFamily="18" charset="0"/>
              </a:rPr>
              <a:t>Mevcut firmalar:</a:t>
            </a:r>
            <a:r>
              <a:rPr lang="tr-TR" sz="2800" kern="100" dirty="0">
                <a:effectLst/>
                <a:latin typeface="Calibri" panose="020F0502020204030204" pitchFamily="34" charset="0"/>
                <a:ea typeface="Calibri" panose="020F0502020204030204" pitchFamily="34" charset="0"/>
                <a:cs typeface="Times New Roman" panose="02020603050405020304" pitchFamily="18" charset="0"/>
              </a:rPr>
              <a:t> Muhtemel girişimciler, piyasadaki rakip mal ve hizmetleri sistemli bir şekilde takip etmeli ve değerlendirmelidirler. Rakip ürünlerde belirlenen eksikliklerin giderilmesiyle ortaya çıkabilecek yeni pazar, yeni bir yatırım konusu olabilir.</a:t>
            </a:r>
          </a:p>
          <a:p>
            <a:endParaRPr lang="tr-TR" dirty="0"/>
          </a:p>
        </p:txBody>
      </p:sp>
    </p:spTree>
    <p:extLst>
      <p:ext uri="{BB962C8B-B14F-4D97-AF65-F5344CB8AC3E}">
        <p14:creationId xmlns:p14="http://schemas.microsoft.com/office/powerpoint/2010/main" val="17418274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65AA1764-F3A2-45D4-BDBC-58981855F73E}"/>
              </a:ext>
            </a:extLst>
          </p:cNvPr>
          <p:cNvSpPr>
            <a:spLocks noGrp="1"/>
          </p:cNvSpPr>
          <p:nvPr>
            <p:ph sz="half" idx="1"/>
          </p:nvPr>
        </p:nvSpPr>
        <p:spPr>
          <a:xfrm>
            <a:off x="838200" y="1267326"/>
            <a:ext cx="5181600" cy="2887579"/>
          </a:xfrm>
        </p:spPr>
        <p:txBody>
          <a:bodyPr>
            <a:normAutofit fontScale="85000" lnSpcReduction="20000"/>
          </a:bodyPr>
          <a:lstStyle/>
          <a:p>
            <a:pPr marL="342900" lvl="0" indent="-342900">
              <a:lnSpc>
                <a:spcPct val="107000"/>
              </a:lnSpc>
              <a:spcAft>
                <a:spcPts val="800"/>
              </a:spcAft>
              <a:buSzPts val="1000"/>
              <a:buFont typeface="Symbol" panose="05050102010706020507" pitchFamily="18" charset="2"/>
              <a:buChar char=""/>
              <a:tabLst>
                <a:tab pos="457200" algn="l"/>
              </a:tabLst>
            </a:pPr>
            <a:r>
              <a:rPr lang="tr-TR" sz="2800" b="1" kern="100" dirty="0">
                <a:effectLst/>
                <a:latin typeface="Calibri" panose="020F0502020204030204" pitchFamily="34" charset="0"/>
                <a:ea typeface="Calibri" panose="020F0502020204030204" pitchFamily="34" charset="0"/>
                <a:cs typeface="Times New Roman" panose="02020603050405020304" pitchFamily="18" charset="0"/>
              </a:rPr>
              <a:t>Dağıtım kanalları:</a:t>
            </a:r>
            <a:r>
              <a:rPr lang="tr-TR" sz="2800" kern="100" dirty="0">
                <a:effectLst/>
                <a:latin typeface="Calibri" panose="020F0502020204030204" pitchFamily="34" charset="0"/>
                <a:ea typeface="Calibri" panose="020F0502020204030204" pitchFamily="34" charset="0"/>
                <a:cs typeface="Times New Roman" panose="02020603050405020304" pitchFamily="18" charset="0"/>
              </a:rPr>
              <a:t> Dağıtım kanalı üyeleri, </a:t>
            </a:r>
            <a:r>
              <a:rPr lang="tr-TR" sz="2800" i="1" kern="100" dirty="0">
                <a:effectLst/>
                <a:latin typeface="Calibri" panose="020F0502020204030204" pitchFamily="34" charset="0"/>
                <a:ea typeface="Calibri" panose="020F0502020204030204" pitchFamily="34" charset="0"/>
                <a:cs typeface="Times New Roman" panose="02020603050405020304" pitchFamily="18" charset="0"/>
              </a:rPr>
              <a:t>piyasadaki ihtiyaçları yakından bildikleri</a:t>
            </a:r>
            <a:r>
              <a:rPr lang="tr-TR" sz="2800" kern="100" dirty="0">
                <a:effectLst/>
                <a:latin typeface="Calibri" panose="020F0502020204030204" pitchFamily="34" charset="0"/>
                <a:ea typeface="Calibri" panose="020F0502020204030204" pitchFamily="34" charset="0"/>
                <a:cs typeface="Times New Roman" panose="02020603050405020304" pitchFamily="18" charset="0"/>
              </a:rPr>
              <a:t> için mükemmel bir yeni fikir kaynağıdırlar. Yeni ürün önerileri yapmanın yanı sıra, girişimcinin </a:t>
            </a:r>
            <a:r>
              <a:rPr lang="tr-TR" sz="2800" i="1" kern="100" dirty="0">
                <a:effectLst/>
                <a:latin typeface="Calibri" panose="020F0502020204030204" pitchFamily="34" charset="0"/>
                <a:ea typeface="Calibri" panose="020F0502020204030204" pitchFamily="34" charset="0"/>
                <a:cs typeface="Times New Roman" panose="02020603050405020304" pitchFamily="18" charset="0"/>
              </a:rPr>
              <a:t>yeni geliştirdiği ürün ve hizmetlerin pazarlanmasında</a:t>
            </a:r>
            <a:r>
              <a:rPr lang="tr-TR" sz="2800" kern="100" dirty="0">
                <a:effectLst/>
                <a:latin typeface="Calibri" panose="020F0502020204030204" pitchFamily="34" charset="0"/>
                <a:ea typeface="Calibri" panose="020F0502020204030204" pitchFamily="34" charset="0"/>
                <a:cs typeface="Times New Roman" panose="02020603050405020304" pitchFamily="18" charset="0"/>
              </a:rPr>
              <a:t> da yardımcı olurlar.</a:t>
            </a:r>
          </a:p>
          <a:p>
            <a:endParaRPr lang="tr-TR" dirty="0"/>
          </a:p>
        </p:txBody>
      </p:sp>
      <p:sp>
        <p:nvSpPr>
          <p:cNvPr id="4" name="İçerik Yer Tutucusu 3">
            <a:extLst>
              <a:ext uri="{FF2B5EF4-FFF2-40B4-BE49-F238E27FC236}">
                <a16:creationId xmlns:a16="http://schemas.microsoft.com/office/drawing/2014/main" id="{765BCF9F-4995-4883-CB26-12F31BDBF53D}"/>
              </a:ext>
            </a:extLst>
          </p:cNvPr>
          <p:cNvSpPr>
            <a:spLocks noGrp="1"/>
          </p:cNvSpPr>
          <p:nvPr>
            <p:ph sz="half" idx="2"/>
          </p:nvPr>
        </p:nvSpPr>
        <p:spPr>
          <a:xfrm>
            <a:off x="6364705" y="556151"/>
            <a:ext cx="5181600" cy="4909637"/>
          </a:xfrm>
        </p:spPr>
        <p:txBody>
          <a:bodyPr>
            <a:normAutofit fontScale="85000" lnSpcReduction="20000"/>
          </a:bodyPr>
          <a:lstStyle/>
          <a:p>
            <a:pPr marL="342900" lvl="0" indent="-342900">
              <a:lnSpc>
                <a:spcPct val="107000"/>
              </a:lnSpc>
              <a:spcAft>
                <a:spcPts val="800"/>
              </a:spcAft>
              <a:buSzPts val="1000"/>
              <a:buFont typeface="Symbol" panose="05050102010706020507" pitchFamily="18" charset="2"/>
              <a:buChar char=""/>
              <a:tabLst>
                <a:tab pos="457200" algn="l"/>
              </a:tabLst>
            </a:pPr>
            <a:r>
              <a:rPr lang="tr-TR" sz="2800" b="1" kern="100" dirty="0">
                <a:effectLst/>
                <a:latin typeface="Calibri" panose="020F0502020204030204" pitchFamily="34" charset="0"/>
                <a:ea typeface="Calibri" panose="020F0502020204030204" pitchFamily="34" charset="0"/>
                <a:cs typeface="Times New Roman" panose="02020603050405020304" pitchFamily="18" charset="0"/>
              </a:rPr>
              <a:t>Devlet kurumları:</a:t>
            </a:r>
            <a:r>
              <a:rPr lang="tr-TR" sz="2800" kern="100" dirty="0">
                <a:effectLst/>
                <a:latin typeface="Calibri" panose="020F0502020204030204" pitchFamily="34" charset="0"/>
                <a:ea typeface="Calibri" panose="020F0502020204030204" pitchFamily="34" charset="0"/>
                <a:cs typeface="Times New Roman" panose="02020603050405020304" pitchFamily="18" charset="0"/>
              </a:rPr>
              <a:t> Devlet kurumları iki şekilde yeni fikir kaynağı olabilir. </a:t>
            </a:r>
            <a:r>
              <a:rPr lang="tr-TR" sz="2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Birincisi</a:t>
            </a:r>
            <a:r>
              <a:rPr lang="tr-TR" sz="2800" kern="100" dirty="0">
                <a:effectLst/>
                <a:latin typeface="Calibri" panose="020F0502020204030204" pitchFamily="34" charset="0"/>
                <a:ea typeface="Calibri" panose="020F0502020204030204" pitchFamily="34" charset="0"/>
                <a:cs typeface="Times New Roman" panose="02020603050405020304" pitchFamily="18" charset="0"/>
              </a:rPr>
              <a:t>, patent büroları yeni ürün fikirlerine sahip olabilir ve bu yayınlar patent uygulamalarının izlenmesine yardımcı olur; patentler pazarlanabilir başka ürün fikirlerine ışık tutabilir. </a:t>
            </a:r>
            <a:r>
              <a:rPr lang="tr-TR" sz="2800" kern="1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İkincisi,</a:t>
            </a:r>
            <a:r>
              <a:rPr lang="tr-TR" sz="2800" kern="100" dirty="0">
                <a:effectLst/>
                <a:latin typeface="Calibri" panose="020F0502020204030204" pitchFamily="34" charset="0"/>
                <a:ea typeface="Calibri" panose="020F0502020204030204" pitchFamily="34" charset="0"/>
                <a:cs typeface="Times New Roman" panose="02020603050405020304" pitchFamily="18" charset="0"/>
              </a:rPr>
              <a:t> hükümetlerin yaptığı yeni düzenlemeler (örneğin iş güvenliği yasaları gibi) sonucu geniş pazarlar ortaya çıkabilir.</a:t>
            </a:r>
          </a:p>
          <a:p>
            <a:endParaRPr lang="tr-TR" dirty="0"/>
          </a:p>
        </p:txBody>
      </p:sp>
      <p:sp>
        <p:nvSpPr>
          <p:cNvPr id="5" name="Metin kutusu 4">
            <a:extLst>
              <a:ext uri="{FF2B5EF4-FFF2-40B4-BE49-F238E27FC236}">
                <a16:creationId xmlns:a16="http://schemas.microsoft.com/office/drawing/2014/main" id="{FE1784CE-3E06-9B7A-6AF9-5ACD80C14AC5}"/>
              </a:ext>
            </a:extLst>
          </p:cNvPr>
          <p:cNvSpPr txBox="1"/>
          <p:nvPr/>
        </p:nvSpPr>
        <p:spPr>
          <a:xfrm>
            <a:off x="222584" y="4299285"/>
            <a:ext cx="6412832" cy="2050690"/>
          </a:xfrm>
          <a:prstGeom prst="rect">
            <a:avLst/>
          </a:prstGeom>
          <a:noFill/>
        </p:spPr>
        <p:txBody>
          <a:bodyPr wrap="square" rtlCol="0">
            <a:spAutoFit/>
          </a:bodyPr>
          <a:lstStyle/>
          <a:p>
            <a:pPr marL="342900" lvl="0" indent="-342900" algn="just">
              <a:lnSpc>
                <a:spcPct val="107000"/>
              </a:lnSpc>
              <a:spcAft>
                <a:spcPts val="800"/>
              </a:spcAft>
              <a:buSzPts val="1000"/>
              <a:buFont typeface="Symbol" panose="05050102010706020507" pitchFamily="18" charset="2"/>
              <a:buChar char=""/>
              <a:tabLst>
                <a:tab pos="457200" algn="l"/>
              </a:tabLst>
            </a:pPr>
            <a:r>
              <a:rPr lang="tr-TR" sz="2400" b="1" kern="100" dirty="0">
                <a:effectLst/>
                <a:latin typeface="Calibri" panose="020F0502020204030204" pitchFamily="34" charset="0"/>
                <a:ea typeface="Calibri" panose="020F0502020204030204" pitchFamily="34" charset="0"/>
                <a:cs typeface="Times New Roman" panose="02020603050405020304" pitchFamily="18" charset="0"/>
              </a:rPr>
              <a:t>Araştırma ve geliştirme:</a:t>
            </a:r>
            <a:r>
              <a:rPr lang="tr-TR" sz="2400" kern="100" dirty="0">
                <a:effectLst/>
                <a:latin typeface="Calibri" panose="020F0502020204030204" pitchFamily="34" charset="0"/>
                <a:ea typeface="Calibri" panose="020F0502020204030204" pitchFamily="34" charset="0"/>
                <a:cs typeface="Times New Roman" panose="02020603050405020304" pitchFamily="18" charset="0"/>
              </a:rPr>
              <a:t> En büyük yeni fikir kaynağı, girişimcinin kendi "araştırma geliştirme" departmanıdır. İyi donatılmış bir Ar-</a:t>
            </a:r>
            <a:r>
              <a:rPr lang="tr-TR" sz="2400" kern="100" dirty="0" err="1">
                <a:effectLst/>
                <a:latin typeface="Calibri" panose="020F0502020204030204" pitchFamily="34" charset="0"/>
                <a:ea typeface="Calibri" panose="020F0502020204030204" pitchFamily="34" charset="0"/>
                <a:cs typeface="Times New Roman" panose="02020603050405020304" pitchFamily="18" charset="0"/>
              </a:rPr>
              <a:t>Ge</a:t>
            </a:r>
            <a:r>
              <a:rPr lang="tr-TR" sz="2400" kern="100" dirty="0">
                <a:effectLst/>
                <a:latin typeface="Calibri" panose="020F0502020204030204" pitchFamily="34" charset="0"/>
                <a:ea typeface="Calibri" panose="020F0502020204030204" pitchFamily="34" charset="0"/>
                <a:cs typeface="Times New Roman" panose="02020603050405020304" pitchFamily="18" charset="0"/>
              </a:rPr>
              <a:t> laboratuvarı, yeni ürün geliştirmeye ve kavramlaştırmaya yardımcı olur.</a:t>
            </a:r>
          </a:p>
        </p:txBody>
      </p:sp>
    </p:spTree>
    <p:extLst>
      <p:ext uri="{BB962C8B-B14F-4D97-AF65-F5344CB8AC3E}">
        <p14:creationId xmlns:p14="http://schemas.microsoft.com/office/powerpoint/2010/main" val="26119863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DE121C2-35DE-0C1B-3A50-24C31A73EABB}"/>
              </a:ext>
            </a:extLst>
          </p:cNvPr>
          <p:cNvSpPr>
            <a:spLocks noGrp="1"/>
          </p:cNvSpPr>
          <p:nvPr>
            <p:ph type="title"/>
          </p:nvPr>
        </p:nvSpPr>
        <p:spPr/>
        <p:txBody>
          <a:bodyPr/>
          <a:lstStyle/>
          <a:p>
            <a:r>
              <a:rPr lang="de-DE" dirty="0" err="1"/>
              <a:t>Ürün</a:t>
            </a:r>
            <a:r>
              <a:rPr lang="de-DE" dirty="0"/>
              <a:t> </a:t>
            </a:r>
            <a:r>
              <a:rPr lang="de-DE" dirty="0" err="1"/>
              <a:t>Planlama</a:t>
            </a:r>
            <a:r>
              <a:rPr lang="de-DE" dirty="0"/>
              <a:t> </a:t>
            </a:r>
            <a:r>
              <a:rPr lang="de-DE" dirty="0" err="1"/>
              <a:t>ve</a:t>
            </a:r>
            <a:r>
              <a:rPr lang="de-DE" dirty="0"/>
              <a:t> </a:t>
            </a:r>
            <a:r>
              <a:rPr lang="de-DE" dirty="0" err="1"/>
              <a:t>Geliştirme</a:t>
            </a:r>
            <a:r>
              <a:rPr lang="de-DE" dirty="0"/>
              <a:t> </a:t>
            </a:r>
            <a:r>
              <a:rPr lang="de-DE" dirty="0" err="1"/>
              <a:t>Süreci</a:t>
            </a:r>
            <a:endParaRPr lang="tr-TR" dirty="0"/>
          </a:p>
        </p:txBody>
      </p:sp>
      <p:sp>
        <p:nvSpPr>
          <p:cNvPr id="3" name="İçerik Yer Tutucusu 2">
            <a:extLst>
              <a:ext uri="{FF2B5EF4-FFF2-40B4-BE49-F238E27FC236}">
                <a16:creationId xmlns:a16="http://schemas.microsoft.com/office/drawing/2014/main" id="{B195D99D-2956-D415-1715-46A2837D843A}"/>
              </a:ext>
            </a:extLst>
          </p:cNvPr>
          <p:cNvSpPr>
            <a:spLocks noGrp="1"/>
          </p:cNvSpPr>
          <p:nvPr>
            <p:ph sz="half" idx="1"/>
          </p:nvPr>
        </p:nvSpPr>
        <p:spPr/>
        <p:txBody>
          <a:bodyPr>
            <a:normAutofit fontScale="77500" lnSpcReduction="20000"/>
          </a:bodyPr>
          <a:lstStyle/>
          <a:p>
            <a:pPr>
              <a:lnSpc>
                <a:spcPct val="107000"/>
              </a:lnSpc>
              <a:spcAft>
                <a:spcPts val="800"/>
              </a:spcAft>
            </a:pPr>
            <a:r>
              <a:rPr lang="tr-TR" sz="2800" kern="100" dirty="0">
                <a:effectLst/>
                <a:latin typeface="Calibri" panose="020F0502020204030204" pitchFamily="34" charset="0"/>
                <a:ea typeface="Calibri" panose="020F0502020204030204" pitchFamily="34" charset="0"/>
                <a:cs typeface="Times New Roman" panose="02020603050405020304" pitchFamily="18" charset="0"/>
              </a:rPr>
              <a:t>Piyasaya sürülecek yeni bir mal veya hizmet fikri ortaya çıktıktan sonra, bu fikrin ayıklanarak geliştirilmesi gerekir; bu süreç </a:t>
            </a:r>
            <a:r>
              <a:rPr lang="tr-TR" sz="2800" b="1" kern="100" dirty="0">
                <a:effectLst/>
                <a:latin typeface="Calibri" panose="020F0502020204030204" pitchFamily="34" charset="0"/>
                <a:ea typeface="Calibri" panose="020F0502020204030204" pitchFamily="34" charset="0"/>
                <a:cs typeface="Times New Roman" panose="02020603050405020304" pitchFamily="18" charset="0"/>
              </a:rPr>
              <a:t>ürün planlama ve geliştirme süreci</a:t>
            </a:r>
            <a:r>
              <a:rPr lang="tr-TR" sz="2800" kern="100" dirty="0">
                <a:effectLst/>
                <a:latin typeface="Calibri" panose="020F0502020204030204" pitchFamily="34" charset="0"/>
                <a:ea typeface="Calibri" panose="020F0502020204030204" pitchFamily="34" charset="0"/>
                <a:cs typeface="Times New Roman" panose="02020603050405020304" pitchFamily="18" charset="0"/>
              </a:rPr>
              <a:t> olarak adlandırılır. </a:t>
            </a:r>
          </a:p>
          <a:p>
            <a:pPr>
              <a:lnSpc>
                <a:spcPct val="107000"/>
              </a:lnSpc>
              <a:spcAft>
                <a:spcPts val="800"/>
              </a:spcAft>
            </a:pPr>
            <a:r>
              <a:rPr lang="tr-TR" sz="2800" kern="100" dirty="0">
                <a:effectLst/>
                <a:latin typeface="Calibri" panose="020F0502020204030204" pitchFamily="34" charset="0"/>
                <a:ea typeface="Calibri" panose="020F0502020204030204" pitchFamily="34" charset="0"/>
                <a:cs typeface="Times New Roman" panose="02020603050405020304" pitchFamily="18" charset="0"/>
              </a:rPr>
              <a:t>Bu süreç beş temel aşamada ele alınır: </a:t>
            </a:r>
            <a:r>
              <a:rPr lang="tr-TR" sz="2800" b="1" i="1" kern="100" dirty="0">
                <a:effectLst/>
                <a:latin typeface="Calibri" panose="020F0502020204030204" pitchFamily="34" charset="0"/>
                <a:ea typeface="Calibri" panose="020F0502020204030204" pitchFamily="34" charset="0"/>
                <a:cs typeface="Times New Roman" panose="02020603050405020304" pitchFamily="18" charset="0"/>
              </a:rPr>
              <a:t>fikir aşaması, kavram aşaması, ürün geliştirme aşaması, deneme pazarlama aşaması ve ticarileştirme aşaması</a:t>
            </a:r>
            <a:r>
              <a:rPr lang="tr-TR" sz="2800" i="1" kern="100" dirty="0">
                <a:effectLst/>
                <a:latin typeface="Calibri" panose="020F0502020204030204" pitchFamily="34" charset="0"/>
                <a:ea typeface="Calibri" panose="020F0502020204030204" pitchFamily="34" charset="0"/>
                <a:cs typeface="Times New Roman" panose="02020603050405020304" pitchFamily="18" charset="0"/>
              </a:rPr>
              <a:t>.</a:t>
            </a:r>
            <a:r>
              <a:rPr lang="tr-TR" sz="2800" kern="100" dirty="0">
                <a:effectLst/>
                <a:latin typeface="Calibri" panose="020F0502020204030204" pitchFamily="34" charset="0"/>
                <a:ea typeface="Calibri" panose="020F0502020204030204" pitchFamily="34" charset="0"/>
                <a:cs typeface="Times New Roman" panose="02020603050405020304" pitchFamily="18" charset="0"/>
              </a:rPr>
              <a:t> </a:t>
            </a:r>
          </a:p>
          <a:p>
            <a:pPr>
              <a:lnSpc>
                <a:spcPct val="107000"/>
              </a:lnSpc>
              <a:spcAft>
                <a:spcPts val="800"/>
              </a:spcAft>
            </a:pPr>
            <a:r>
              <a:rPr lang="tr-TR" sz="2800" kern="100" dirty="0">
                <a:effectLst/>
                <a:latin typeface="Calibri" panose="020F0502020204030204" pitchFamily="34" charset="0"/>
                <a:ea typeface="Calibri" panose="020F0502020204030204" pitchFamily="34" charset="0"/>
                <a:cs typeface="Times New Roman" panose="02020603050405020304" pitchFamily="18" charset="0"/>
              </a:rPr>
              <a:t>Girişimciler özellikle fikir, kavram ve ürün geliştirme aşamasına önem vermelidirler.</a:t>
            </a:r>
          </a:p>
          <a:p>
            <a:endParaRPr lang="tr-TR" dirty="0"/>
          </a:p>
        </p:txBody>
      </p:sp>
      <p:sp>
        <p:nvSpPr>
          <p:cNvPr id="4" name="İçerik Yer Tutucusu 3">
            <a:extLst>
              <a:ext uri="{FF2B5EF4-FFF2-40B4-BE49-F238E27FC236}">
                <a16:creationId xmlns:a16="http://schemas.microsoft.com/office/drawing/2014/main" id="{D8503A4C-F779-ACEB-9010-E2CD1946B5F4}"/>
              </a:ext>
            </a:extLst>
          </p:cNvPr>
          <p:cNvSpPr>
            <a:spLocks noGrp="1"/>
          </p:cNvSpPr>
          <p:nvPr>
            <p:ph sz="half" idx="2"/>
          </p:nvPr>
        </p:nvSpPr>
        <p:spPr/>
        <p:txBody>
          <a:bodyPr>
            <a:normAutofit fontScale="77500" lnSpcReduction="20000"/>
          </a:bodyPr>
          <a:lstStyle/>
          <a:p>
            <a:pPr>
              <a:lnSpc>
                <a:spcPct val="107000"/>
              </a:lnSpc>
              <a:spcAft>
                <a:spcPts val="800"/>
              </a:spcAft>
            </a:pPr>
            <a:r>
              <a:rPr lang="tr-TR" sz="2800" kern="100" dirty="0">
                <a:effectLst/>
                <a:latin typeface="Calibri" panose="020F0502020204030204" pitchFamily="34" charset="0"/>
                <a:ea typeface="Calibri" panose="020F0502020204030204" pitchFamily="34" charset="0"/>
                <a:cs typeface="Times New Roman" panose="02020603050405020304" pitchFamily="18" charset="0"/>
              </a:rPr>
              <a:t>Her aşamada uygun değerleme kriterleri oluşturulmalıdır; bu kriterler </a:t>
            </a:r>
            <a:r>
              <a:rPr lang="tr-TR" sz="2800" i="1" kern="100" dirty="0">
                <a:effectLst/>
                <a:latin typeface="Calibri" panose="020F0502020204030204" pitchFamily="34" charset="0"/>
                <a:ea typeface="Calibri" panose="020F0502020204030204" pitchFamily="34" charset="0"/>
                <a:cs typeface="Times New Roman" panose="02020603050405020304" pitchFamily="18" charset="0"/>
              </a:rPr>
              <a:t>yeni ürün pazar fırsatı, rekabet, pazarlama sistemi, finansal faktörler ve üretim faktörleri </a:t>
            </a:r>
            <a:r>
              <a:rPr lang="tr-TR" sz="2800" kern="100" dirty="0">
                <a:effectLst/>
                <a:latin typeface="Calibri" panose="020F0502020204030204" pitchFamily="34" charset="0"/>
                <a:ea typeface="Calibri" panose="020F0502020204030204" pitchFamily="34" charset="0"/>
                <a:cs typeface="Times New Roman" panose="02020603050405020304" pitchFamily="18" charset="0"/>
              </a:rPr>
              <a:t>açısından değerlendirmelidir.</a:t>
            </a:r>
          </a:p>
          <a:p>
            <a:endParaRPr lang="tr-TR" dirty="0"/>
          </a:p>
        </p:txBody>
      </p:sp>
    </p:spTree>
    <p:extLst>
      <p:ext uri="{BB962C8B-B14F-4D97-AF65-F5344CB8AC3E}">
        <p14:creationId xmlns:p14="http://schemas.microsoft.com/office/powerpoint/2010/main" val="40538090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BA8FE94A-D447-4624-B4B0-0DE71F78A0EE}"/>
              </a:ext>
            </a:extLst>
          </p:cNvPr>
          <p:cNvSpPr>
            <a:spLocks noGrp="1"/>
          </p:cNvSpPr>
          <p:nvPr>
            <p:ph sz="half" idx="1"/>
          </p:nvPr>
        </p:nvSpPr>
        <p:spPr>
          <a:xfrm>
            <a:off x="838200" y="942535"/>
            <a:ext cx="5181600" cy="5234428"/>
          </a:xfrm>
        </p:spPr>
        <p:txBody>
          <a:bodyPr>
            <a:normAutofit fontScale="92500" lnSpcReduction="10000"/>
          </a:bodyPr>
          <a:lstStyle/>
          <a:p>
            <a:pPr marL="342900" lvl="0" indent="-342900">
              <a:lnSpc>
                <a:spcPct val="107000"/>
              </a:lnSpc>
              <a:spcAft>
                <a:spcPts val="800"/>
              </a:spcAft>
              <a:buSzPts val="1000"/>
              <a:buFont typeface="Symbol" panose="05050102010706020507" pitchFamily="18" charset="2"/>
              <a:buChar char=""/>
              <a:tabLst>
                <a:tab pos="457200" algn="l"/>
              </a:tabLst>
            </a:pPr>
            <a:r>
              <a:rPr lang="tr-TR" sz="2800" b="1" kern="100" dirty="0">
                <a:effectLst/>
                <a:latin typeface="Calibri" panose="020F0502020204030204" pitchFamily="34" charset="0"/>
                <a:ea typeface="Calibri" panose="020F0502020204030204" pitchFamily="34" charset="0"/>
                <a:cs typeface="Times New Roman" panose="02020603050405020304" pitchFamily="18" charset="0"/>
              </a:rPr>
              <a:t>Pazar Fırsatı:</a:t>
            </a:r>
            <a:r>
              <a:rPr lang="tr-TR" sz="2800" kern="100" dirty="0">
                <a:effectLst/>
                <a:latin typeface="Calibri" panose="020F0502020204030204" pitchFamily="34" charset="0"/>
                <a:ea typeface="Calibri" panose="020F0502020204030204" pitchFamily="34" charset="0"/>
                <a:cs typeface="Times New Roman" panose="02020603050405020304" pitchFamily="18" charset="0"/>
              </a:rPr>
              <a:t> Hedeflenen yeni ürün fikrinin en önemli kriteri </a:t>
            </a:r>
            <a:r>
              <a:rPr lang="tr-TR" sz="2800" i="1" kern="100" dirty="0">
                <a:effectLst/>
                <a:latin typeface="Calibri" panose="020F0502020204030204" pitchFamily="34" charset="0"/>
                <a:ea typeface="Calibri" panose="020F0502020204030204" pitchFamily="34" charset="0"/>
                <a:cs typeface="Times New Roman" panose="02020603050405020304" pitchFamily="18" charset="0"/>
              </a:rPr>
              <a:t>piyasa talebinin belirlenmesidir. </a:t>
            </a:r>
            <a:r>
              <a:rPr lang="tr-TR" sz="2800" kern="100" dirty="0">
                <a:effectLst/>
                <a:latin typeface="Calibri" panose="020F0502020204030204" pitchFamily="34" charset="0"/>
                <a:ea typeface="Calibri" panose="020F0502020204030204" pitchFamily="34" charset="0"/>
                <a:cs typeface="Times New Roman" panose="02020603050405020304" pitchFamily="18" charset="0"/>
              </a:rPr>
              <a:t>Değerlendirmede, </a:t>
            </a:r>
          </a:p>
          <a:p>
            <a:pPr marL="342900" lvl="0" indent="-342900">
              <a:lnSpc>
                <a:spcPct val="107000"/>
              </a:lnSpc>
              <a:spcAft>
                <a:spcPts val="800"/>
              </a:spcAft>
              <a:buSzPts val="1000"/>
              <a:buFont typeface="Symbol" panose="05050102010706020507" pitchFamily="18" charset="2"/>
              <a:buChar char=""/>
              <a:tabLst>
                <a:tab pos="457200" algn="l"/>
              </a:tabLst>
            </a:pPr>
            <a:r>
              <a:rPr lang="tr-TR" sz="2800" kern="100" dirty="0">
                <a:effectLst/>
                <a:latin typeface="Calibri" panose="020F0502020204030204" pitchFamily="34" charset="0"/>
                <a:ea typeface="Calibri" panose="020F0502020204030204" pitchFamily="34" charset="0"/>
                <a:cs typeface="Times New Roman" panose="02020603050405020304" pitchFamily="18" charset="0"/>
              </a:rPr>
              <a:t>potansiyel pazarın parasal ve miktar olarak büyüklüğü, </a:t>
            </a:r>
          </a:p>
          <a:p>
            <a:pPr marL="342900" lvl="0" indent="-342900">
              <a:lnSpc>
                <a:spcPct val="107000"/>
              </a:lnSpc>
              <a:spcAft>
                <a:spcPts val="800"/>
              </a:spcAft>
              <a:buSzPts val="1000"/>
              <a:buFont typeface="Symbol" panose="05050102010706020507" pitchFamily="18" charset="2"/>
              <a:buChar char=""/>
              <a:tabLst>
                <a:tab pos="457200" algn="l"/>
              </a:tabLst>
            </a:pPr>
            <a:r>
              <a:rPr lang="tr-TR" sz="2800" kern="100" dirty="0">
                <a:effectLst/>
                <a:latin typeface="Calibri" panose="020F0502020204030204" pitchFamily="34" charset="0"/>
                <a:ea typeface="Calibri" panose="020F0502020204030204" pitchFamily="34" charset="0"/>
                <a:cs typeface="Times New Roman" panose="02020603050405020304" pitchFamily="18" charset="0"/>
              </a:rPr>
              <a:t>pazarın hayat eğrisi anlamında hangi aşamada olduğu</a:t>
            </a:r>
          </a:p>
          <a:p>
            <a:pPr marL="342900" lvl="0" indent="-342900">
              <a:lnSpc>
                <a:spcPct val="107000"/>
              </a:lnSpc>
              <a:spcAft>
                <a:spcPts val="800"/>
              </a:spcAft>
              <a:buSzPts val="1000"/>
              <a:buFont typeface="Symbol" panose="05050102010706020507" pitchFamily="18" charset="2"/>
              <a:buChar char=""/>
              <a:tabLst>
                <a:tab pos="457200" algn="l"/>
              </a:tabLst>
            </a:pPr>
            <a:r>
              <a:rPr lang="tr-TR" sz="2800" kern="100" dirty="0">
                <a:effectLst/>
                <a:latin typeface="Calibri" panose="020F0502020204030204" pitchFamily="34" charset="0"/>
                <a:ea typeface="Calibri" panose="020F0502020204030204" pitchFamily="34" charset="0"/>
                <a:cs typeface="Times New Roman" panose="02020603050405020304" pitchFamily="18" charset="0"/>
              </a:rPr>
              <a:t>ürünün ne kadar pazar payı ele geçirebileceği gibi faktörler dikkate alınmalıdır.</a:t>
            </a:r>
          </a:p>
          <a:p>
            <a:endParaRPr lang="tr-TR" dirty="0"/>
          </a:p>
        </p:txBody>
      </p:sp>
      <p:sp>
        <p:nvSpPr>
          <p:cNvPr id="4" name="İçerik Yer Tutucusu 3">
            <a:extLst>
              <a:ext uri="{FF2B5EF4-FFF2-40B4-BE49-F238E27FC236}">
                <a16:creationId xmlns:a16="http://schemas.microsoft.com/office/drawing/2014/main" id="{2773ABD2-96E3-625C-5B2E-3D47E63CEBA6}"/>
              </a:ext>
            </a:extLst>
          </p:cNvPr>
          <p:cNvSpPr>
            <a:spLocks noGrp="1"/>
          </p:cNvSpPr>
          <p:nvPr>
            <p:ph sz="half" idx="2"/>
          </p:nvPr>
        </p:nvSpPr>
        <p:spPr>
          <a:xfrm>
            <a:off x="6172200" y="942535"/>
            <a:ext cx="5181600" cy="5234428"/>
          </a:xfrm>
        </p:spPr>
        <p:txBody>
          <a:bodyPr>
            <a:normAutofit fontScale="92500" lnSpcReduction="10000"/>
          </a:bodyPr>
          <a:lstStyle/>
          <a:p>
            <a:pPr marL="342900" lvl="0" indent="-342900">
              <a:lnSpc>
                <a:spcPct val="107000"/>
              </a:lnSpc>
              <a:spcAft>
                <a:spcPts val="800"/>
              </a:spcAft>
              <a:buSzPts val="1000"/>
              <a:buFont typeface="Symbol" panose="05050102010706020507" pitchFamily="18" charset="2"/>
              <a:buChar char=""/>
              <a:tabLst>
                <a:tab pos="457200" algn="l"/>
              </a:tabLst>
            </a:pPr>
            <a:r>
              <a:rPr lang="tr-TR" sz="2800" b="1" kern="100" dirty="0">
                <a:effectLst/>
                <a:latin typeface="Calibri" panose="020F0502020204030204" pitchFamily="34" charset="0"/>
                <a:ea typeface="Calibri" panose="020F0502020204030204" pitchFamily="34" charset="0"/>
                <a:cs typeface="Times New Roman" panose="02020603050405020304" pitchFamily="18" charset="0"/>
              </a:rPr>
              <a:t>Rekabet:</a:t>
            </a:r>
            <a:r>
              <a:rPr lang="tr-TR" sz="2800" kern="100" dirty="0">
                <a:effectLst/>
                <a:latin typeface="Calibri" panose="020F0502020204030204" pitchFamily="34" charset="0"/>
                <a:ea typeface="Calibri" panose="020F0502020204030204" pitchFamily="34" charset="0"/>
                <a:cs typeface="Times New Roman" panose="02020603050405020304" pitchFamily="18" charset="0"/>
              </a:rPr>
              <a:t> Yeni ürün, piyasadaki mevcut ürünlerle başarılı bir şekilde rekabet edebilecek özelliklere sahip olmalıdır ve aynı müşteri ihtiyacını karşılayan rakip ürünlerden farklı bazı özellikler taşımalıdır. </a:t>
            </a:r>
          </a:p>
          <a:p>
            <a:pPr marL="342900" lvl="0" indent="-342900">
              <a:lnSpc>
                <a:spcPct val="107000"/>
              </a:lnSpc>
              <a:spcAft>
                <a:spcPts val="800"/>
              </a:spcAft>
              <a:buSzPts val="1000"/>
              <a:buFont typeface="Symbol" panose="05050102010706020507" pitchFamily="18" charset="2"/>
              <a:buChar char=""/>
              <a:tabLst>
                <a:tab pos="457200" algn="l"/>
              </a:tabLst>
            </a:pPr>
            <a:r>
              <a:rPr lang="tr-TR" sz="2800" kern="100" dirty="0">
                <a:effectLst/>
                <a:latin typeface="Calibri" panose="020F0502020204030204" pitchFamily="34" charset="0"/>
                <a:ea typeface="Calibri" panose="020F0502020204030204" pitchFamily="34" charset="0"/>
                <a:cs typeface="Times New Roman" panose="02020603050405020304" pitchFamily="18" charset="0"/>
              </a:rPr>
              <a:t>Mevcut rakip ürünler, fiyatlar ve pazarlama politikaları da değerlendirilmelidir.</a:t>
            </a:r>
          </a:p>
          <a:p>
            <a:endParaRPr lang="tr-TR" dirty="0"/>
          </a:p>
        </p:txBody>
      </p:sp>
    </p:spTree>
    <p:extLst>
      <p:ext uri="{BB962C8B-B14F-4D97-AF65-F5344CB8AC3E}">
        <p14:creationId xmlns:p14="http://schemas.microsoft.com/office/powerpoint/2010/main" val="29658367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7F211672-07E1-ED6A-AFED-6545206751E8}"/>
              </a:ext>
            </a:extLst>
          </p:cNvPr>
          <p:cNvSpPr>
            <a:spLocks noGrp="1"/>
          </p:cNvSpPr>
          <p:nvPr>
            <p:ph sz="half" idx="1"/>
          </p:nvPr>
        </p:nvSpPr>
        <p:spPr>
          <a:xfrm>
            <a:off x="838200" y="542256"/>
            <a:ext cx="5181600" cy="4351338"/>
          </a:xfrm>
        </p:spPr>
        <p:txBody>
          <a:bodyPr>
            <a:normAutofit fontScale="92500" lnSpcReduction="10000"/>
          </a:bodyPr>
          <a:lstStyle/>
          <a:p>
            <a:pPr marL="342900" lvl="0" indent="-342900">
              <a:lnSpc>
                <a:spcPct val="107000"/>
              </a:lnSpc>
              <a:spcAft>
                <a:spcPts val="800"/>
              </a:spcAft>
              <a:buSzPts val="1000"/>
              <a:buFont typeface="Symbol" panose="05050102010706020507" pitchFamily="18" charset="2"/>
              <a:buChar char=""/>
              <a:tabLst>
                <a:tab pos="457200" algn="l"/>
              </a:tabLst>
            </a:pPr>
            <a:r>
              <a:rPr lang="tr-TR" sz="2800" b="1" kern="100" dirty="0">
                <a:effectLst/>
                <a:latin typeface="Calibri" panose="020F0502020204030204" pitchFamily="34" charset="0"/>
                <a:ea typeface="Calibri" panose="020F0502020204030204" pitchFamily="34" charset="0"/>
                <a:cs typeface="Times New Roman" panose="02020603050405020304" pitchFamily="18" charset="0"/>
              </a:rPr>
              <a:t>Uygunluk:</a:t>
            </a:r>
            <a:r>
              <a:rPr lang="tr-TR" sz="2800" kern="100" dirty="0">
                <a:effectLst/>
                <a:latin typeface="Calibri" panose="020F0502020204030204" pitchFamily="34" charset="0"/>
                <a:ea typeface="Calibri" panose="020F0502020204030204" pitchFamily="34" charset="0"/>
                <a:cs typeface="Times New Roman" panose="02020603050405020304" pitchFamily="18" charset="0"/>
              </a:rPr>
              <a:t> Yeni ürün, mevcut yönetim yeteneklerine ve pazarlama stratejilerine uygun olmalıdır. </a:t>
            </a:r>
          </a:p>
          <a:p>
            <a:pPr marL="342900" lvl="0" indent="-342900">
              <a:lnSpc>
                <a:spcPct val="107000"/>
              </a:lnSpc>
              <a:spcAft>
                <a:spcPts val="800"/>
              </a:spcAft>
              <a:buSzPts val="1000"/>
              <a:buFont typeface="Symbol" panose="05050102010706020507" pitchFamily="18" charset="2"/>
              <a:buChar char=""/>
              <a:tabLst>
                <a:tab pos="457200" algn="l"/>
              </a:tabLst>
            </a:pPr>
            <a:r>
              <a:rPr lang="tr-TR" sz="2800" kern="100" dirty="0">
                <a:effectLst/>
                <a:latin typeface="Calibri" panose="020F0502020204030204" pitchFamily="34" charset="0"/>
                <a:ea typeface="Calibri" panose="020F0502020204030204" pitchFamily="34" charset="0"/>
                <a:cs typeface="Times New Roman" panose="02020603050405020304" pitchFamily="18" charset="0"/>
              </a:rPr>
              <a:t>Mevcut satış gücünün yeni ürüne transferi, mevcut dağıtım kanallarından satış imkânı ve promosyon/reklamların kullanılabilmesi gibi hususlar dikkate alınır.</a:t>
            </a:r>
          </a:p>
          <a:p>
            <a:endParaRPr lang="tr-TR" dirty="0"/>
          </a:p>
        </p:txBody>
      </p:sp>
      <p:sp>
        <p:nvSpPr>
          <p:cNvPr id="4" name="İçerik Yer Tutucusu 3">
            <a:extLst>
              <a:ext uri="{FF2B5EF4-FFF2-40B4-BE49-F238E27FC236}">
                <a16:creationId xmlns:a16="http://schemas.microsoft.com/office/drawing/2014/main" id="{1BBE834D-0BBE-5481-3B9F-E020138554B7}"/>
              </a:ext>
            </a:extLst>
          </p:cNvPr>
          <p:cNvSpPr>
            <a:spLocks noGrp="1"/>
          </p:cNvSpPr>
          <p:nvPr>
            <p:ph sz="half" idx="2"/>
          </p:nvPr>
        </p:nvSpPr>
        <p:spPr>
          <a:xfrm>
            <a:off x="6172202" y="542256"/>
            <a:ext cx="5181600" cy="4351338"/>
          </a:xfrm>
        </p:spPr>
        <p:txBody>
          <a:bodyPr>
            <a:normAutofit fontScale="92500" lnSpcReduction="10000"/>
          </a:bodyPr>
          <a:lstStyle/>
          <a:p>
            <a:pPr marL="342900" lvl="0" indent="-342900">
              <a:lnSpc>
                <a:spcPct val="107000"/>
              </a:lnSpc>
              <a:spcAft>
                <a:spcPts val="800"/>
              </a:spcAft>
              <a:buSzPts val="1000"/>
              <a:buFont typeface="Symbol" panose="05050102010706020507" pitchFamily="18" charset="2"/>
              <a:buChar char=""/>
              <a:tabLst>
                <a:tab pos="457200" algn="l"/>
              </a:tabLst>
            </a:pPr>
            <a:r>
              <a:rPr lang="tr-TR" sz="2800" b="1" kern="100" dirty="0">
                <a:effectLst/>
                <a:latin typeface="Calibri" panose="020F0502020204030204" pitchFamily="34" charset="0"/>
                <a:ea typeface="Calibri" panose="020F0502020204030204" pitchFamily="34" charset="0"/>
                <a:cs typeface="Times New Roman" panose="02020603050405020304" pitchFamily="18" charset="0"/>
              </a:rPr>
              <a:t>Finansal Faktörler:</a:t>
            </a:r>
            <a:r>
              <a:rPr lang="tr-TR" sz="2800" kern="100" dirty="0">
                <a:effectLst/>
                <a:latin typeface="Calibri" panose="020F0502020204030204" pitchFamily="34" charset="0"/>
                <a:ea typeface="Calibri" panose="020F0502020204030204" pitchFamily="34" charset="0"/>
                <a:cs typeface="Times New Roman" panose="02020603050405020304" pitchFamily="18" charset="0"/>
              </a:rPr>
              <a:t> Hedeflenen ürün, firmanın finansal yapısı tarafından desteklenmeli ve ona katkıda bulunmalıdır. </a:t>
            </a:r>
          </a:p>
          <a:p>
            <a:pPr marL="342900" lvl="0" indent="-342900">
              <a:lnSpc>
                <a:spcPct val="107000"/>
              </a:lnSpc>
              <a:spcAft>
                <a:spcPts val="800"/>
              </a:spcAft>
              <a:buSzPts val="1000"/>
              <a:buFont typeface="Symbol" panose="05050102010706020507" pitchFamily="18" charset="2"/>
              <a:buChar char=""/>
              <a:tabLst>
                <a:tab pos="457200" algn="l"/>
              </a:tabLst>
            </a:pPr>
            <a:r>
              <a:rPr lang="tr-TR" sz="2800" kern="100" dirty="0">
                <a:effectLst/>
                <a:latin typeface="Calibri" panose="020F0502020204030204" pitchFamily="34" charset="0"/>
                <a:ea typeface="Calibri" panose="020F0502020204030204" pitchFamily="34" charset="0"/>
                <a:cs typeface="Times New Roman" panose="02020603050405020304" pitchFamily="18" charset="0"/>
              </a:rPr>
              <a:t>Birim üretim maliyeti, satış giderleri, gerekli sermaye ve stok miktarı tahmin edilerek "başa baş noktası" ve uzun dönemli kâr tahminleri yapılmalıdır.</a:t>
            </a:r>
          </a:p>
          <a:p>
            <a:endParaRPr lang="tr-TR" dirty="0"/>
          </a:p>
        </p:txBody>
      </p:sp>
      <p:sp>
        <p:nvSpPr>
          <p:cNvPr id="5" name="Metin kutusu 4">
            <a:extLst>
              <a:ext uri="{FF2B5EF4-FFF2-40B4-BE49-F238E27FC236}">
                <a16:creationId xmlns:a16="http://schemas.microsoft.com/office/drawing/2014/main" id="{A461FD8C-2C65-44E0-CED9-39CC49A9A5C4}"/>
              </a:ext>
            </a:extLst>
          </p:cNvPr>
          <p:cNvSpPr txBox="1"/>
          <p:nvPr/>
        </p:nvSpPr>
        <p:spPr>
          <a:xfrm>
            <a:off x="838200" y="5069305"/>
            <a:ext cx="9156032" cy="1260345"/>
          </a:xfrm>
          <a:prstGeom prst="rect">
            <a:avLst/>
          </a:prstGeom>
          <a:noFill/>
        </p:spPr>
        <p:txBody>
          <a:bodyPr wrap="square" rtlCol="0">
            <a:spAutoFit/>
          </a:bodyPr>
          <a:lstStyle/>
          <a:p>
            <a:pPr marL="342900" lvl="0" indent="-342900">
              <a:lnSpc>
                <a:spcPct val="107000"/>
              </a:lnSpc>
              <a:spcAft>
                <a:spcPts val="800"/>
              </a:spcAft>
              <a:buSzPts val="1000"/>
              <a:buFont typeface="Symbol" panose="05050102010706020507" pitchFamily="18" charset="2"/>
              <a:buChar char=""/>
              <a:tabLst>
                <a:tab pos="457200" algn="l"/>
              </a:tabLst>
            </a:pPr>
            <a:r>
              <a:rPr lang="tr-TR" sz="2400" b="1" kern="100">
                <a:effectLst/>
                <a:latin typeface="Calibri" panose="020F0502020204030204" pitchFamily="34" charset="0"/>
                <a:ea typeface="Calibri" panose="020F0502020204030204" pitchFamily="34" charset="0"/>
                <a:cs typeface="Times New Roman" panose="02020603050405020304" pitchFamily="18" charset="0"/>
              </a:rPr>
              <a:t>Üretim Faktörleri:</a:t>
            </a:r>
            <a:r>
              <a:rPr lang="tr-TR" sz="2400" kern="100">
                <a:effectLst/>
                <a:latin typeface="Calibri" panose="020F0502020204030204" pitchFamily="34" charset="0"/>
                <a:ea typeface="Calibri" panose="020F0502020204030204" pitchFamily="34" charset="0"/>
                <a:cs typeface="Times New Roman" panose="02020603050405020304" pitchFamily="18" charset="0"/>
              </a:rPr>
              <a:t> Yeni ürünün üretim şartları, mevcut fabrikadaki makine, teçhizat ve personele uygun olmalıdır. Aksi takdirde yeni fabrika kurma masrafları kârlılığı önemli ölçüde azaltabilir.</a:t>
            </a:r>
          </a:p>
        </p:txBody>
      </p:sp>
    </p:spTree>
    <p:extLst>
      <p:ext uri="{BB962C8B-B14F-4D97-AF65-F5344CB8AC3E}">
        <p14:creationId xmlns:p14="http://schemas.microsoft.com/office/powerpoint/2010/main" val="23831650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Başlık 4">
            <a:extLst>
              <a:ext uri="{FF2B5EF4-FFF2-40B4-BE49-F238E27FC236}">
                <a16:creationId xmlns:a16="http://schemas.microsoft.com/office/drawing/2014/main" id="{3B17D0D0-4129-D1A0-07E7-6874B29717AE}"/>
              </a:ext>
            </a:extLst>
          </p:cNvPr>
          <p:cNvSpPr>
            <a:spLocks noGrp="1"/>
          </p:cNvSpPr>
          <p:nvPr>
            <p:ph type="title"/>
          </p:nvPr>
        </p:nvSpPr>
        <p:spPr/>
        <p:txBody>
          <a:bodyPr/>
          <a:lstStyle/>
          <a:p>
            <a:r>
              <a:rPr lang="tr-TR" dirty="0"/>
              <a:t>İşletme Sahiplik Şeklinin Seçimi</a:t>
            </a:r>
          </a:p>
        </p:txBody>
      </p:sp>
      <p:sp>
        <p:nvSpPr>
          <p:cNvPr id="6" name="İçerik Yer Tutucusu 5">
            <a:extLst>
              <a:ext uri="{FF2B5EF4-FFF2-40B4-BE49-F238E27FC236}">
                <a16:creationId xmlns:a16="http://schemas.microsoft.com/office/drawing/2014/main" id="{8D4AB49B-2136-E11D-FF67-E44E78AB726A}"/>
              </a:ext>
            </a:extLst>
          </p:cNvPr>
          <p:cNvSpPr>
            <a:spLocks noGrp="1"/>
          </p:cNvSpPr>
          <p:nvPr>
            <p:ph idx="1"/>
          </p:nvPr>
        </p:nvSpPr>
        <p:spPr/>
        <p:txBody>
          <a:bodyPr>
            <a:normAutofit fontScale="92500" lnSpcReduction="20000"/>
          </a:bodyPr>
          <a:lstStyle/>
          <a:p>
            <a:pPr>
              <a:lnSpc>
                <a:spcPct val="107000"/>
              </a:lnSpc>
              <a:spcAft>
                <a:spcPts val="800"/>
              </a:spcAft>
            </a:pPr>
            <a:r>
              <a:rPr lang="tr-TR" sz="2800" kern="100" dirty="0">
                <a:effectLst/>
                <a:latin typeface="Calibri" panose="020F0502020204030204" pitchFamily="34" charset="0"/>
                <a:ea typeface="Calibri" panose="020F0502020204030204" pitchFamily="34" charset="0"/>
                <a:cs typeface="Times New Roman" panose="02020603050405020304" pitchFamily="18" charset="0"/>
              </a:rPr>
              <a:t>Yeni bir işe başlarken verilen ilk kararlardan biri, işletmenin </a:t>
            </a:r>
            <a:r>
              <a:rPr lang="tr-TR" sz="2800" b="1" kern="100" dirty="0">
                <a:effectLst/>
                <a:latin typeface="Calibri" panose="020F0502020204030204" pitchFamily="34" charset="0"/>
                <a:ea typeface="Calibri" panose="020F0502020204030204" pitchFamily="34" charset="0"/>
                <a:cs typeface="Times New Roman" panose="02020603050405020304" pitchFamily="18" charset="0"/>
              </a:rPr>
              <a:t>tek sahiplik, ortaklık, şahıs şirketi veya sermaye şirketi</a:t>
            </a:r>
            <a:r>
              <a:rPr lang="tr-TR" sz="2800" kern="100" dirty="0">
                <a:effectLst/>
                <a:latin typeface="Calibri" panose="020F0502020204030204" pitchFamily="34" charset="0"/>
                <a:ea typeface="Calibri" panose="020F0502020204030204" pitchFamily="34" charset="0"/>
                <a:cs typeface="Times New Roman" panose="02020603050405020304" pitchFamily="18" charset="0"/>
              </a:rPr>
              <a:t> gibi sahiplik şeklinin seçimidir. </a:t>
            </a:r>
          </a:p>
          <a:p>
            <a:pPr>
              <a:lnSpc>
                <a:spcPct val="107000"/>
              </a:lnSpc>
              <a:spcAft>
                <a:spcPts val="800"/>
              </a:spcAft>
            </a:pPr>
            <a:r>
              <a:rPr lang="tr-TR" sz="2800" kern="100" dirty="0">
                <a:effectLst/>
                <a:latin typeface="Calibri" panose="020F0502020204030204" pitchFamily="34" charset="0"/>
                <a:ea typeface="Calibri" panose="020F0502020204030204" pitchFamily="34" charset="0"/>
                <a:cs typeface="Times New Roman" panose="02020603050405020304" pitchFamily="18" charset="0"/>
              </a:rPr>
              <a:t>Girişimciler genellikle bu konuya az önem verir ve kendilerine uygun olmayan yaygın bir şekli seçebilirler. Sahiplik şeklinin sonradan değiştirilmesi zor olacağından, </a:t>
            </a:r>
            <a:r>
              <a:rPr lang="tr-TR" sz="2800" b="1" kern="100" dirty="0">
                <a:effectLst/>
                <a:latin typeface="Calibri" panose="020F0502020204030204" pitchFamily="34" charset="0"/>
                <a:ea typeface="Calibri" panose="020F0502020204030204" pitchFamily="34" charset="0"/>
                <a:cs typeface="Times New Roman" panose="02020603050405020304" pitchFamily="18" charset="0"/>
              </a:rPr>
              <a:t>doğru kararın başlangıçta verilmesi çok önemlidir</a:t>
            </a:r>
            <a:r>
              <a:rPr lang="tr-TR" sz="2800" kern="100" dirty="0">
                <a:effectLst/>
                <a:latin typeface="Calibri" panose="020F0502020204030204" pitchFamily="34" charset="0"/>
                <a:ea typeface="Calibri" panose="020F0502020204030204" pitchFamily="34" charset="0"/>
                <a:cs typeface="Times New Roman" panose="02020603050405020304" pitchFamily="18" charset="0"/>
              </a:rPr>
              <a:t>. </a:t>
            </a:r>
          </a:p>
          <a:p>
            <a:pPr>
              <a:lnSpc>
                <a:spcPct val="107000"/>
              </a:lnSpc>
              <a:spcAft>
                <a:spcPts val="800"/>
              </a:spcAft>
            </a:pPr>
            <a:r>
              <a:rPr lang="tr-TR" sz="2800" kern="100" dirty="0">
                <a:effectLst/>
                <a:latin typeface="Calibri" panose="020F0502020204030204" pitchFamily="34" charset="0"/>
                <a:ea typeface="Calibri" panose="020F0502020204030204" pitchFamily="34" charset="0"/>
                <a:cs typeface="Times New Roman" panose="02020603050405020304" pitchFamily="18" charset="0"/>
              </a:rPr>
              <a:t>Girişimcinin işini ve kişisel şartlarını nasıl etkileyeceğini bilmek, doğru sahiplik şeklinin seçiminin anahtarıdır.</a:t>
            </a:r>
          </a:p>
          <a:p>
            <a:pPr>
              <a:lnSpc>
                <a:spcPct val="107000"/>
              </a:lnSpc>
              <a:spcAft>
                <a:spcPts val="800"/>
              </a:spcAft>
            </a:pPr>
            <a:r>
              <a:rPr lang="tr-TR" sz="2800" kern="100" dirty="0">
                <a:effectLst/>
                <a:latin typeface="Calibri" panose="020F0502020204030204" pitchFamily="34" charset="0"/>
                <a:ea typeface="Calibri" panose="020F0502020204030204" pitchFamily="34" charset="0"/>
                <a:cs typeface="Times New Roman" panose="02020603050405020304" pitchFamily="18" charset="0"/>
              </a:rPr>
              <a:t>Girişimcilerin sahiplik şeklini seçmeden önce gözden geçirmeleri gereken hususlar şunlardır:</a:t>
            </a:r>
          </a:p>
          <a:p>
            <a:endParaRPr lang="tr-TR" dirty="0"/>
          </a:p>
        </p:txBody>
      </p:sp>
    </p:spTree>
    <p:extLst>
      <p:ext uri="{BB962C8B-B14F-4D97-AF65-F5344CB8AC3E}">
        <p14:creationId xmlns:p14="http://schemas.microsoft.com/office/powerpoint/2010/main" val="7430554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İçerik Yer Tutucusu 4">
            <a:extLst>
              <a:ext uri="{FF2B5EF4-FFF2-40B4-BE49-F238E27FC236}">
                <a16:creationId xmlns:a16="http://schemas.microsoft.com/office/drawing/2014/main" id="{FF854403-EAD7-227E-0AE7-2E374BF53A9B}"/>
              </a:ext>
            </a:extLst>
          </p:cNvPr>
          <p:cNvSpPr>
            <a:spLocks noGrp="1"/>
          </p:cNvSpPr>
          <p:nvPr>
            <p:ph sz="half" idx="1"/>
          </p:nvPr>
        </p:nvSpPr>
        <p:spPr/>
        <p:txBody>
          <a:bodyPr>
            <a:normAutofit fontScale="92500" lnSpcReduction="10000"/>
          </a:bodyPr>
          <a:lstStyle/>
          <a:p>
            <a:pPr marL="342900" lvl="0" indent="-342900">
              <a:lnSpc>
                <a:spcPct val="107000"/>
              </a:lnSpc>
              <a:spcAft>
                <a:spcPts val="800"/>
              </a:spcAft>
              <a:buSzPts val="1000"/>
              <a:buFont typeface="Symbol" panose="05050102010706020507" pitchFamily="18" charset="2"/>
              <a:buChar char=""/>
              <a:tabLst>
                <a:tab pos="457200" algn="l"/>
              </a:tabLst>
            </a:pPr>
            <a:r>
              <a:rPr lang="tr-TR" sz="2800" b="1" kern="100" dirty="0">
                <a:effectLst/>
                <a:latin typeface="Calibri" panose="020F0502020204030204" pitchFamily="34" charset="0"/>
                <a:ea typeface="Calibri" panose="020F0502020204030204" pitchFamily="34" charset="0"/>
                <a:cs typeface="Times New Roman" panose="02020603050405020304" pitchFamily="18" charset="0"/>
              </a:rPr>
              <a:t>Vergi:</a:t>
            </a:r>
            <a:r>
              <a:rPr lang="tr-TR" sz="2800" kern="100" dirty="0">
                <a:effectLst/>
                <a:latin typeface="Calibri" panose="020F0502020204030204" pitchFamily="34" charset="0"/>
                <a:ea typeface="Calibri" panose="020F0502020204030204" pitchFamily="34" charset="0"/>
                <a:cs typeface="Times New Roman" panose="02020603050405020304" pitchFamily="18" charset="0"/>
              </a:rPr>
              <a:t> Girişimciler, seçtikleri sahiplik şeklinde nasıl vergilendirileceklerini bilmelidirler.</a:t>
            </a:r>
          </a:p>
          <a:p>
            <a:pPr marL="342900" lvl="0" indent="-342900">
              <a:lnSpc>
                <a:spcPct val="107000"/>
              </a:lnSpc>
              <a:spcAft>
                <a:spcPts val="800"/>
              </a:spcAft>
              <a:buSzPts val="1000"/>
              <a:buFont typeface="Symbol" panose="05050102010706020507" pitchFamily="18" charset="2"/>
              <a:buChar char=""/>
              <a:tabLst>
                <a:tab pos="457200" algn="l"/>
              </a:tabLst>
            </a:pPr>
            <a:r>
              <a:rPr lang="tr-TR" sz="2800" b="1" kern="100" dirty="0">
                <a:effectLst/>
                <a:latin typeface="Calibri" panose="020F0502020204030204" pitchFamily="34" charset="0"/>
                <a:ea typeface="Calibri" panose="020F0502020204030204" pitchFamily="34" charset="0"/>
                <a:cs typeface="Times New Roman" panose="02020603050405020304" pitchFamily="18" charset="0"/>
              </a:rPr>
              <a:t>Yükümlülük:</a:t>
            </a:r>
            <a:r>
              <a:rPr lang="tr-TR" sz="2800" kern="100" dirty="0">
                <a:effectLst/>
                <a:latin typeface="Calibri" panose="020F0502020204030204" pitchFamily="34" charset="0"/>
                <a:ea typeface="Calibri" panose="020F0502020204030204" pitchFamily="34" charset="0"/>
                <a:cs typeface="Times New Roman" panose="02020603050405020304" pitchFamily="18" charset="0"/>
              </a:rPr>
              <a:t> Belirli sahiplik şekilleri, işletme sahiplerine finansal borçlardan, hatalı ürünlerden kaynaklanan kişisel borçlardan ve diğer problemlerden korunma imkânı sağlar.</a:t>
            </a:r>
          </a:p>
          <a:p>
            <a:endParaRPr lang="tr-TR" dirty="0"/>
          </a:p>
        </p:txBody>
      </p:sp>
      <p:sp>
        <p:nvSpPr>
          <p:cNvPr id="6" name="İçerik Yer Tutucusu 5">
            <a:extLst>
              <a:ext uri="{FF2B5EF4-FFF2-40B4-BE49-F238E27FC236}">
                <a16:creationId xmlns:a16="http://schemas.microsoft.com/office/drawing/2014/main" id="{4EB20E22-7396-7653-30B4-C98703DB699A}"/>
              </a:ext>
            </a:extLst>
          </p:cNvPr>
          <p:cNvSpPr>
            <a:spLocks noGrp="1"/>
          </p:cNvSpPr>
          <p:nvPr>
            <p:ph sz="half" idx="2"/>
          </p:nvPr>
        </p:nvSpPr>
        <p:spPr/>
        <p:txBody>
          <a:bodyPr>
            <a:normAutofit fontScale="92500" lnSpcReduction="10000"/>
          </a:bodyPr>
          <a:lstStyle/>
          <a:p>
            <a:pPr marL="342900" lvl="0" indent="-342900">
              <a:lnSpc>
                <a:spcPct val="107000"/>
              </a:lnSpc>
              <a:spcAft>
                <a:spcPts val="800"/>
              </a:spcAft>
              <a:buSzPts val="1000"/>
              <a:buFont typeface="Symbol" panose="05050102010706020507" pitchFamily="18" charset="2"/>
              <a:buChar char=""/>
              <a:tabLst>
                <a:tab pos="457200" algn="l"/>
              </a:tabLst>
            </a:pPr>
            <a:r>
              <a:rPr lang="tr-TR" sz="2800" b="1" kern="100" dirty="0">
                <a:effectLst/>
                <a:latin typeface="Calibri" panose="020F0502020204030204" pitchFamily="34" charset="0"/>
                <a:ea typeface="Calibri" panose="020F0502020204030204" pitchFamily="34" charset="0"/>
                <a:cs typeface="Times New Roman" panose="02020603050405020304" pitchFamily="18" charset="0"/>
              </a:rPr>
              <a:t>Başlangıçtaki ve gelecekteki sermaye ihtiyaçları:</a:t>
            </a:r>
            <a:r>
              <a:rPr lang="tr-TR" sz="2800" kern="100" dirty="0">
                <a:effectLst/>
                <a:latin typeface="Calibri" panose="020F0502020204030204" pitchFamily="34" charset="0"/>
                <a:ea typeface="Calibri" panose="020F0502020204030204" pitchFamily="34" charset="0"/>
                <a:cs typeface="Times New Roman" panose="02020603050405020304" pitchFamily="18" charset="0"/>
              </a:rPr>
              <a:t> Farklı sahiplik şekilleri farklı başlangıç sermayesi ihtiyacı ortaya çıkarır. İşletme büyüdükçe artacak sermaye ihtiyacına bağlı olarak, bazı sahiplik şekilleri dışarıdan sermaye teminini kolaylaştırabilir.</a:t>
            </a:r>
          </a:p>
          <a:p>
            <a:endParaRPr lang="tr-TR" dirty="0"/>
          </a:p>
        </p:txBody>
      </p:sp>
    </p:spTree>
    <p:extLst>
      <p:ext uri="{BB962C8B-B14F-4D97-AF65-F5344CB8AC3E}">
        <p14:creationId xmlns:p14="http://schemas.microsoft.com/office/powerpoint/2010/main" val="20785456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A6056F0-C901-731E-72BB-3E54979CC904}"/>
              </a:ext>
            </a:extLst>
          </p:cNvPr>
          <p:cNvSpPr>
            <a:spLocks noGrp="1"/>
          </p:cNvSpPr>
          <p:nvPr>
            <p:ph sz="half" idx="1"/>
          </p:nvPr>
        </p:nvSpPr>
        <p:spPr/>
        <p:txBody>
          <a:bodyPr/>
          <a:lstStyle/>
          <a:p>
            <a:pPr marL="342900" lvl="0" indent="-342900">
              <a:lnSpc>
                <a:spcPct val="107000"/>
              </a:lnSpc>
              <a:spcAft>
                <a:spcPts val="800"/>
              </a:spcAft>
              <a:buSzPts val="1000"/>
              <a:buFont typeface="Symbol" panose="05050102010706020507" pitchFamily="18" charset="2"/>
              <a:buChar char=""/>
              <a:tabLst>
                <a:tab pos="457200" algn="l"/>
              </a:tabLst>
            </a:pPr>
            <a:r>
              <a:rPr lang="tr-TR" sz="2800" b="1" kern="100" dirty="0">
                <a:effectLst/>
                <a:latin typeface="Calibri" panose="020F0502020204030204" pitchFamily="34" charset="0"/>
                <a:ea typeface="Calibri" panose="020F0502020204030204" pitchFamily="34" charset="0"/>
                <a:cs typeface="Times New Roman" panose="02020603050405020304" pitchFamily="18" charset="0"/>
              </a:rPr>
              <a:t>Kontrol:</a:t>
            </a:r>
            <a:r>
              <a:rPr lang="tr-TR" sz="2800" kern="100" dirty="0">
                <a:effectLst/>
                <a:latin typeface="Calibri" panose="020F0502020204030204" pitchFamily="34" charset="0"/>
                <a:ea typeface="Calibri" panose="020F0502020204030204" pitchFamily="34" charset="0"/>
                <a:cs typeface="Times New Roman" panose="02020603050405020304" pitchFamily="18" charset="0"/>
              </a:rPr>
              <a:t> Belirli sahiplik şekillerinin seçimiyle, girişimci işletme üzerindeki kontrolünden otomatik olarak vazgeçebilir; bu nedenle ne kadar fedakârlık yapabileceklerine önceden karar verilmelidir.</a:t>
            </a:r>
          </a:p>
          <a:p>
            <a:endParaRPr lang="tr-TR" dirty="0"/>
          </a:p>
        </p:txBody>
      </p:sp>
      <p:sp>
        <p:nvSpPr>
          <p:cNvPr id="4" name="İçerik Yer Tutucusu 3">
            <a:extLst>
              <a:ext uri="{FF2B5EF4-FFF2-40B4-BE49-F238E27FC236}">
                <a16:creationId xmlns:a16="http://schemas.microsoft.com/office/drawing/2014/main" id="{7AE11126-C9BA-5141-6307-8AB258D8C4A7}"/>
              </a:ext>
            </a:extLst>
          </p:cNvPr>
          <p:cNvSpPr>
            <a:spLocks noGrp="1"/>
          </p:cNvSpPr>
          <p:nvPr>
            <p:ph sz="half" idx="2"/>
          </p:nvPr>
        </p:nvSpPr>
        <p:spPr/>
        <p:txBody>
          <a:bodyPr/>
          <a:lstStyle/>
          <a:p>
            <a:pPr marL="342900" lvl="0" indent="-342900">
              <a:lnSpc>
                <a:spcPct val="107000"/>
              </a:lnSpc>
              <a:spcAft>
                <a:spcPts val="800"/>
              </a:spcAft>
              <a:buSzPts val="1000"/>
              <a:buFont typeface="Symbol" panose="05050102010706020507" pitchFamily="18" charset="2"/>
              <a:buChar char=""/>
              <a:tabLst>
                <a:tab pos="457200" algn="l"/>
              </a:tabLst>
            </a:pPr>
            <a:r>
              <a:rPr lang="tr-TR" sz="2800" b="1" kern="100" dirty="0">
                <a:effectLst/>
                <a:latin typeface="Calibri" panose="020F0502020204030204" pitchFamily="34" charset="0"/>
                <a:ea typeface="Calibri" panose="020F0502020204030204" pitchFamily="34" charset="0"/>
                <a:cs typeface="Times New Roman" panose="02020603050405020304" pitchFamily="18" charset="0"/>
              </a:rPr>
              <a:t>İdari yetenek:</a:t>
            </a:r>
            <a:r>
              <a:rPr lang="tr-TR" sz="2800" kern="100" dirty="0">
                <a:effectLst/>
                <a:latin typeface="Calibri" panose="020F0502020204030204" pitchFamily="34" charset="0"/>
                <a:ea typeface="Calibri" panose="020F0502020204030204" pitchFamily="34" charset="0"/>
                <a:cs typeface="Times New Roman" panose="02020603050405020304" pitchFamily="18" charset="0"/>
              </a:rPr>
              <a:t> Girişimciler, yönetim kabiliyetlerini değerlendirmelidir. Yetenek veya tecrübe eksikliği varsa, bu becerilere sahip kişilerin işletmeye gelmesine izin verecek bir sahiplik şekli seçilmesi gerekebilir.</a:t>
            </a:r>
          </a:p>
          <a:p>
            <a:endParaRPr lang="tr-TR" dirty="0"/>
          </a:p>
        </p:txBody>
      </p:sp>
    </p:spTree>
    <p:extLst>
      <p:ext uri="{BB962C8B-B14F-4D97-AF65-F5344CB8AC3E}">
        <p14:creationId xmlns:p14="http://schemas.microsoft.com/office/powerpoint/2010/main" val="32045262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B82B0208-5EF1-6EDC-52DE-C3EDCCFED79D}"/>
              </a:ext>
            </a:extLst>
          </p:cNvPr>
          <p:cNvSpPr>
            <a:spLocks noGrp="1"/>
          </p:cNvSpPr>
          <p:nvPr>
            <p:ph sz="half" idx="1"/>
          </p:nvPr>
        </p:nvSpPr>
        <p:spPr/>
        <p:txBody>
          <a:bodyPr/>
          <a:lstStyle/>
          <a:p>
            <a:r>
              <a:rPr lang="tr-TR" sz="2800" b="1" dirty="0">
                <a:effectLst/>
                <a:latin typeface="Calibri" panose="020F0502020204030204" pitchFamily="34" charset="0"/>
                <a:ea typeface="Calibri" panose="020F0502020204030204" pitchFamily="34" charset="0"/>
                <a:cs typeface="Times New Roman" panose="02020603050405020304" pitchFamily="18" charset="0"/>
              </a:rPr>
              <a:t>İşletme amaçları:</a:t>
            </a:r>
            <a:r>
              <a:rPr lang="tr-TR" sz="2800" dirty="0">
                <a:effectLst/>
                <a:latin typeface="Calibri" panose="020F0502020204030204" pitchFamily="34" charset="0"/>
                <a:ea typeface="Calibri" panose="020F0502020204030204" pitchFamily="34" charset="0"/>
                <a:cs typeface="Times New Roman" panose="02020603050405020304" pitchFamily="18" charset="0"/>
              </a:rPr>
              <a:t> Girişimcinin işletmenin büyüklüğü ve kârlılığı ile ilgili planları, sahiplik şeklinin seçimini etkiler. İşletme sahibi, işletmenin sonraki </a:t>
            </a:r>
            <a:r>
              <a:rPr lang="tr-TR" sz="2800" dirty="0" err="1">
                <a:effectLst/>
                <a:latin typeface="Calibri" panose="020F0502020204030204" pitchFamily="34" charset="0"/>
                <a:ea typeface="Calibri" panose="020F0502020204030204" pitchFamily="34" charset="0"/>
                <a:cs typeface="Times New Roman" panose="02020603050405020304" pitchFamily="18" charset="0"/>
              </a:rPr>
              <a:t>nesile</a:t>
            </a:r>
            <a:r>
              <a:rPr lang="tr-TR" sz="2800" dirty="0">
                <a:effectLst/>
                <a:latin typeface="Calibri" panose="020F0502020204030204" pitchFamily="34" charset="0"/>
                <a:ea typeface="Calibri" panose="020F0502020204030204" pitchFamily="34" charset="0"/>
                <a:cs typeface="Times New Roman" panose="02020603050405020304" pitchFamily="18" charset="0"/>
              </a:rPr>
              <a:t> geçeceği veya satılacağı günü de düşünmek zorundadır, zira bazı şekiller bu geçişleri kolaylaştırır.</a:t>
            </a:r>
            <a:endParaRPr lang="tr-TR" dirty="0"/>
          </a:p>
        </p:txBody>
      </p:sp>
      <p:sp>
        <p:nvSpPr>
          <p:cNvPr id="4" name="İçerik Yer Tutucusu 3">
            <a:extLst>
              <a:ext uri="{FF2B5EF4-FFF2-40B4-BE49-F238E27FC236}">
                <a16:creationId xmlns:a16="http://schemas.microsoft.com/office/drawing/2014/main" id="{C424846C-9C57-5586-7A19-7B4A9BFCB839}"/>
              </a:ext>
            </a:extLst>
          </p:cNvPr>
          <p:cNvSpPr>
            <a:spLocks noGrp="1"/>
          </p:cNvSpPr>
          <p:nvPr>
            <p:ph sz="half" idx="2"/>
          </p:nvPr>
        </p:nvSpPr>
        <p:spPr/>
        <p:txBody>
          <a:bodyPr/>
          <a:lstStyle/>
          <a:p>
            <a:pPr marL="342900" lvl="0" indent="-342900">
              <a:lnSpc>
                <a:spcPct val="107000"/>
              </a:lnSpc>
              <a:spcAft>
                <a:spcPts val="800"/>
              </a:spcAft>
              <a:buSzPts val="1000"/>
              <a:buFont typeface="Symbol" panose="05050102010706020507" pitchFamily="18" charset="2"/>
              <a:buChar char=""/>
              <a:tabLst>
                <a:tab pos="457200" algn="l"/>
              </a:tabLst>
            </a:pPr>
            <a:r>
              <a:rPr lang="tr-TR" sz="2800" b="1" kern="100" dirty="0">
                <a:effectLst/>
                <a:latin typeface="Calibri" panose="020F0502020204030204" pitchFamily="34" charset="0"/>
                <a:ea typeface="Calibri" panose="020F0502020204030204" pitchFamily="34" charset="0"/>
                <a:cs typeface="Times New Roman" panose="02020603050405020304" pitchFamily="18" charset="0"/>
              </a:rPr>
              <a:t>Kuruluş maliyeti:</a:t>
            </a:r>
            <a:r>
              <a:rPr lang="tr-TR" sz="2800" kern="100" dirty="0">
                <a:effectLst/>
                <a:latin typeface="Calibri" panose="020F0502020204030204" pitchFamily="34" charset="0"/>
                <a:ea typeface="Calibri" panose="020F0502020204030204" pitchFamily="34" charset="0"/>
                <a:cs typeface="Times New Roman" panose="02020603050405020304" pitchFamily="18" charset="0"/>
              </a:rPr>
              <a:t> Bazı sahiplik şekillerinin seçimi diğerlerine göre daha maliyetlidir; girişimciler fayda ve maliyetleri hesaplamalıdır.</a:t>
            </a:r>
          </a:p>
          <a:p>
            <a:endParaRPr lang="tr-TR" dirty="0"/>
          </a:p>
        </p:txBody>
      </p:sp>
    </p:spTree>
    <p:extLst>
      <p:ext uri="{BB962C8B-B14F-4D97-AF65-F5344CB8AC3E}">
        <p14:creationId xmlns:p14="http://schemas.microsoft.com/office/powerpoint/2010/main" val="40117129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3B1E044-763B-F66E-A000-5331418EBE28}"/>
              </a:ext>
            </a:extLst>
          </p:cNvPr>
          <p:cNvSpPr>
            <a:spLocks noGrp="1"/>
          </p:cNvSpPr>
          <p:nvPr>
            <p:ph type="title"/>
          </p:nvPr>
        </p:nvSpPr>
        <p:spPr/>
        <p:txBody>
          <a:bodyPr/>
          <a:lstStyle/>
          <a:p>
            <a:r>
              <a:rPr lang="tr-TR" dirty="0"/>
              <a:t>Yeni İş Kurma</a:t>
            </a:r>
          </a:p>
        </p:txBody>
      </p:sp>
      <p:sp>
        <p:nvSpPr>
          <p:cNvPr id="5" name="İçerik Yer Tutucusu 4">
            <a:extLst>
              <a:ext uri="{FF2B5EF4-FFF2-40B4-BE49-F238E27FC236}">
                <a16:creationId xmlns:a16="http://schemas.microsoft.com/office/drawing/2014/main" id="{BB0B6FDD-E4F4-CCBB-30C8-B6CF4B5D7460}"/>
              </a:ext>
            </a:extLst>
          </p:cNvPr>
          <p:cNvSpPr>
            <a:spLocks noGrp="1"/>
          </p:cNvSpPr>
          <p:nvPr>
            <p:ph idx="1"/>
          </p:nvPr>
        </p:nvSpPr>
        <p:spPr/>
        <p:txBody>
          <a:bodyPr>
            <a:normAutofit fontScale="92500"/>
          </a:bodyPr>
          <a:lstStyle/>
          <a:p>
            <a:pPr>
              <a:lnSpc>
                <a:spcPct val="107000"/>
              </a:lnSpc>
              <a:spcAft>
                <a:spcPts val="800"/>
              </a:spcAft>
            </a:pPr>
            <a:r>
              <a:rPr lang="tr-TR" sz="2800" kern="100" dirty="0">
                <a:effectLst/>
                <a:latin typeface="Calibri" panose="020F0502020204030204" pitchFamily="34" charset="0"/>
                <a:ea typeface="Calibri" panose="020F0502020204030204" pitchFamily="34" charset="0"/>
                <a:cs typeface="Times New Roman" panose="02020603050405020304" pitchFamily="18" charset="0"/>
              </a:rPr>
              <a:t>Bu bölüm, yeni bir işletme kurmak isteyen kişiler için hazırlanmıştır ve genellikle </a:t>
            </a:r>
            <a:r>
              <a:rPr lang="tr-TR" sz="2800" b="1" kern="100" dirty="0">
                <a:effectLst/>
                <a:latin typeface="Calibri" panose="020F0502020204030204" pitchFamily="34" charset="0"/>
                <a:ea typeface="Calibri" panose="020F0502020204030204" pitchFamily="34" charset="0"/>
                <a:cs typeface="Times New Roman" panose="02020603050405020304" pitchFamily="18" charset="0"/>
              </a:rPr>
              <a:t>başarısızlığa neden olan konular</a:t>
            </a:r>
            <a:r>
              <a:rPr lang="tr-TR" sz="2800" kern="100" dirty="0">
                <a:effectLst/>
                <a:latin typeface="Calibri" panose="020F0502020204030204" pitchFamily="34" charset="0"/>
                <a:ea typeface="Calibri" panose="020F0502020204030204" pitchFamily="34" charset="0"/>
                <a:cs typeface="Times New Roman" panose="02020603050405020304" pitchFamily="18" charset="0"/>
              </a:rPr>
              <a:t> üzerinde yoğunlaşan sorular içerir. Firmaların büyük bir kısmı başlangıçta bu konulara gereken önemi vermez, oysa birinin ihmal edilmesi başarısızlığa yol açabilir.</a:t>
            </a:r>
          </a:p>
          <a:p>
            <a:r>
              <a:rPr lang="tr-TR" sz="2800" dirty="0">
                <a:effectLst/>
                <a:latin typeface="Calibri" panose="020F0502020204030204" pitchFamily="34" charset="0"/>
                <a:ea typeface="Calibri" panose="020F0502020204030204" pitchFamily="34" charset="0"/>
                <a:cs typeface="Times New Roman" panose="02020603050405020304" pitchFamily="18" charset="0"/>
              </a:rPr>
              <a:t>Bu sorular, kısa, açık ve belirgin konuları vurgulamak için tasarlanmıştır ve </a:t>
            </a:r>
            <a:r>
              <a:rPr lang="tr-TR" sz="2800" b="1" dirty="0">
                <a:effectLst/>
                <a:latin typeface="Calibri" panose="020F0502020204030204" pitchFamily="34" charset="0"/>
                <a:ea typeface="Calibri" panose="020F0502020204030204" pitchFamily="34" charset="0"/>
                <a:cs typeface="Times New Roman" panose="02020603050405020304" pitchFamily="18" charset="0"/>
              </a:rPr>
              <a:t>kişisel unsurları</a:t>
            </a:r>
            <a:r>
              <a:rPr lang="tr-TR" sz="2800" dirty="0">
                <a:effectLst/>
                <a:latin typeface="Calibri" panose="020F0502020204030204" pitchFamily="34" charset="0"/>
                <a:ea typeface="Calibri" panose="020F0502020204030204" pitchFamily="34" charset="0"/>
                <a:cs typeface="Times New Roman" panose="02020603050405020304" pitchFamily="18" charset="0"/>
              </a:rPr>
              <a:t> da içerir. Girişimcinin başarısı büyük ölçüde kendi yeteneklerine, alışkanlıklarına, geçmiş birikimine ve kişiliğine bağlıdır. Girişimcilerin bu sorulara mümkün olduğu kadar dürüstçe cevap vermesi gerekir; dürüst cevaplar birçok problemden uzak tutacak ve kendi zayıf yanlarını bilmek daha iyi korunmayı sağlayacaktır.</a:t>
            </a:r>
            <a:endParaRPr lang="tr-TR" dirty="0"/>
          </a:p>
        </p:txBody>
      </p:sp>
    </p:spTree>
    <p:extLst>
      <p:ext uri="{BB962C8B-B14F-4D97-AF65-F5344CB8AC3E}">
        <p14:creationId xmlns:p14="http://schemas.microsoft.com/office/powerpoint/2010/main" val="37173978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06E4336-9682-7EC1-06C6-DEB7CF667295}"/>
              </a:ext>
            </a:extLst>
          </p:cNvPr>
          <p:cNvSpPr>
            <a:spLocks noGrp="1"/>
          </p:cNvSpPr>
          <p:nvPr>
            <p:ph type="title"/>
          </p:nvPr>
        </p:nvSpPr>
        <p:spPr/>
        <p:txBody>
          <a:bodyPr>
            <a:normAutofit fontScale="90000"/>
          </a:bodyPr>
          <a:lstStyle/>
          <a:p>
            <a:r>
              <a:rPr lang="tr-TR" sz="4400" b="0" i="1" u="none" strike="noStrike" baseline="0" dirty="0">
                <a:solidFill>
                  <a:srgbClr val="994806"/>
                </a:solidFill>
                <a:latin typeface="Calibri-Italic"/>
              </a:rPr>
              <a:t>BAŞLANGIÇ SORULARI</a:t>
            </a:r>
            <a:br>
              <a:rPr lang="tr-TR" sz="4400" b="0" i="1" u="none" strike="noStrike" baseline="0" dirty="0">
                <a:solidFill>
                  <a:srgbClr val="994806"/>
                </a:solidFill>
                <a:latin typeface="Calibri-Italic"/>
              </a:rPr>
            </a:br>
            <a:r>
              <a:rPr lang="tr-TR" sz="4400" b="0" i="0" u="none" strike="noStrike" baseline="0" dirty="0">
                <a:solidFill>
                  <a:srgbClr val="000000"/>
                </a:solidFill>
                <a:latin typeface="Calibri" panose="020F0502020204030204" pitchFamily="34" charset="0"/>
              </a:rPr>
              <a:t>Niçin bu işe başlamak istiyorsunuz? (Evet Hayır)</a:t>
            </a:r>
            <a:endParaRPr lang="tr-TR" dirty="0"/>
          </a:p>
        </p:txBody>
      </p:sp>
      <p:sp>
        <p:nvSpPr>
          <p:cNvPr id="4" name="İçerik Yer Tutucusu 3">
            <a:extLst>
              <a:ext uri="{FF2B5EF4-FFF2-40B4-BE49-F238E27FC236}">
                <a16:creationId xmlns:a16="http://schemas.microsoft.com/office/drawing/2014/main" id="{BAFA2274-2711-6BD8-BC92-9EF4CABD603A}"/>
              </a:ext>
            </a:extLst>
          </p:cNvPr>
          <p:cNvSpPr>
            <a:spLocks noGrp="1"/>
          </p:cNvSpPr>
          <p:nvPr>
            <p:ph sz="half" idx="1"/>
          </p:nvPr>
        </p:nvSpPr>
        <p:spPr/>
        <p:txBody>
          <a:bodyPr>
            <a:normAutofit fontScale="85000" lnSpcReduction="20000"/>
          </a:bodyPr>
          <a:lstStyle/>
          <a:p>
            <a:pPr algn="l"/>
            <a:r>
              <a:rPr lang="tr-TR" sz="2800" b="0" i="0" u="none" strike="noStrike" baseline="0" dirty="0">
                <a:latin typeface="Calibri" panose="020F0502020204030204" pitchFamily="34" charset="0"/>
              </a:rPr>
              <a:t>1. Hayatınızı kontrol etmek için mi?</a:t>
            </a:r>
          </a:p>
          <a:p>
            <a:pPr algn="l"/>
            <a:r>
              <a:rPr lang="it-IT" sz="2800" b="0" i="0" u="none" strike="noStrike" baseline="0" dirty="0">
                <a:latin typeface="Calibri" panose="020F0502020204030204" pitchFamily="34" charset="0"/>
              </a:rPr>
              <a:t>2. Kendinizi ispat etmek için mi?</a:t>
            </a:r>
          </a:p>
          <a:p>
            <a:pPr algn="l"/>
            <a:r>
              <a:rPr lang="tr-TR" sz="2800" b="0" i="0" u="none" strike="noStrike" baseline="0" dirty="0">
                <a:latin typeface="Calibri" panose="020F0502020204030204" pitchFamily="34" charset="0"/>
              </a:rPr>
              <a:t>3. Başkalarına bir şey ispat etmek için mi?</a:t>
            </a:r>
          </a:p>
          <a:p>
            <a:pPr algn="l"/>
            <a:r>
              <a:rPr lang="tr-TR" sz="2800" b="0" i="0" u="none" strike="noStrike" baseline="0" dirty="0">
                <a:latin typeface="Calibri" panose="020F0502020204030204" pitchFamily="34" charset="0"/>
              </a:rPr>
              <a:t>4. İnsanların beklentilerini aşmak için mi?</a:t>
            </a:r>
          </a:p>
          <a:p>
            <a:pPr algn="l"/>
            <a:r>
              <a:rPr lang="tr-TR" sz="2800" b="0" i="0" u="none" strike="noStrike" baseline="0" dirty="0">
                <a:latin typeface="Calibri" panose="020F0502020204030204" pitchFamily="34" charset="0"/>
              </a:rPr>
              <a:t>5. Çabuk zengin olmak için mi?</a:t>
            </a:r>
          </a:p>
          <a:p>
            <a:pPr algn="l"/>
            <a:r>
              <a:rPr lang="tr-TR" sz="2800" b="0" i="0" u="none" strike="noStrike" baseline="0" dirty="0">
                <a:latin typeface="Calibri" panose="020F0502020204030204" pitchFamily="34" charset="0"/>
              </a:rPr>
              <a:t>6. Bağımsız olmak için mi?</a:t>
            </a:r>
          </a:p>
          <a:p>
            <a:pPr algn="l"/>
            <a:r>
              <a:rPr lang="es-ES" sz="2800" b="0" i="0" u="none" strike="noStrike" baseline="0" dirty="0">
                <a:latin typeface="Calibri" panose="020F0502020204030204" pitchFamily="34" charset="0"/>
              </a:rPr>
              <a:t>7. Heyecan duymak için mi?</a:t>
            </a:r>
          </a:p>
          <a:p>
            <a:pPr algn="l"/>
            <a:r>
              <a:rPr lang="tr-TR" sz="2800" b="0" i="0" u="none" strike="noStrike" baseline="0" dirty="0">
                <a:latin typeface="Calibri" panose="020F0502020204030204" pitchFamily="34" charset="0"/>
              </a:rPr>
              <a:t>8. Bir şey yapmış olmak için mi?</a:t>
            </a:r>
          </a:p>
          <a:p>
            <a:pPr algn="l"/>
            <a:r>
              <a:rPr lang="tr-TR" sz="2800" b="0" i="0" u="none" strike="noStrike" baseline="0" dirty="0">
                <a:latin typeface="Calibri" panose="020F0502020204030204" pitchFamily="34" charset="0"/>
              </a:rPr>
              <a:t>9. Yapacak başka iş olmadığı için mi?</a:t>
            </a:r>
            <a:endParaRPr lang="tr-TR" dirty="0"/>
          </a:p>
        </p:txBody>
      </p:sp>
      <p:sp>
        <p:nvSpPr>
          <p:cNvPr id="5" name="İçerik Yer Tutucusu 4">
            <a:extLst>
              <a:ext uri="{FF2B5EF4-FFF2-40B4-BE49-F238E27FC236}">
                <a16:creationId xmlns:a16="http://schemas.microsoft.com/office/drawing/2014/main" id="{8791A35B-A451-F9A2-65D0-012900CCF8BC}"/>
              </a:ext>
            </a:extLst>
          </p:cNvPr>
          <p:cNvSpPr>
            <a:spLocks noGrp="1"/>
          </p:cNvSpPr>
          <p:nvPr>
            <p:ph sz="half" idx="2"/>
          </p:nvPr>
        </p:nvSpPr>
        <p:spPr/>
        <p:txBody>
          <a:bodyPr>
            <a:normAutofit fontScale="85000" lnSpcReduction="20000"/>
          </a:bodyPr>
          <a:lstStyle/>
          <a:p>
            <a:pPr algn="l"/>
            <a:r>
              <a:rPr lang="tr-TR" sz="2800" b="0" i="0" u="none" strike="noStrike" baseline="0" dirty="0">
                <a:latin typeface="Calibri" panose="020F0502020204030204" pitchFamily="34" charset="0"/>
              </a:rPr>
              <a:t>10. Kolay bir iş olduğu için mi?</a:t>
            </a:r>
          </a:p>
          <a:p>
            <a:pPr algn="l"/>
            <a:r>
              <a:rPr lang="tr-TR" sz="2800" b="0" i="0" u="none" strike="noStrike" baseline="0" dirty="0">
                <a:latin typeface="Calibri" panose="020F0502020204030204" pitchFamily="34" charset="0"/>
              </a:rPr>
              <a:t>11. Cesaretli olduğunuz için mi?</a:t>
            </a:r>
          </a:p>
          <a:p>
            <a:pPr algn="l"/>
            <a:r>
              <a:rPr lang="tr-TR" sz="2800" b="0" i="1" u="none" strike="noStrike" baseline="0" dirty="0">
                <a:latin typeface="Calibri" panose="020F0502020204030204" pitchFamily="34" charset="0"/>
              </a:rPr>
              <a:t>12. Sezgilerinize güvendiğiniz için mi?</a:t>
            </a:r>
          </a:p>
          <a:p>
            <a:pPr algn="l"/>
            <a:r>
              <a:rPr lang="tr-TR" sz="2800" b="0" i="1" u="none" strike="noStrike" baseline="0" dirty="0">
                <a:latin typeface="Calibri" panose="020F0502020204030204" pitchFamily="34" charset="0"/>
              </a:rPr>
              <a:t>13. Aile geleneği olduğu için mi?</a:t>
            </a:r>
          </a:p>
          <a:p>
            <a:pPr algn="l"/>
            <a:r>
              <a:rPr lang="tr-TR" sz="2800" b="0" i="1" u="none" strike="noStrike" baseline="0" dirty="0">
                <a:latin typeface="Calibri" panose="020F0502020204030204" pitchFamily="34" charset="0"/>
              </a:rPr>
              <a:t>14. Çok para kazanmak istediğiniz için mi?</a:t>
            </a:r>
          </a:p>
          <a:p>
            <a:pPr algn="l"/>
            <a:r>
              <a:rPr lang="tr-TR" sz="2800" b="0" i="1" u="none" strike="noStrike" baseline="0" dirty="0">
                <a:latin typeface="Calibri" panose="020F0502020204030204" pitchFamily="34" charset="0"/>
              </a:rPr>
              <a:t>15. Bilinen bir ihtiyacı değerlendirerek kazanmak için mi?</a:t>
            </a:r>
          </a:p>
          <a:p>
            <a:pPr algn="l"/>
            <a:r>
              <a:rPr lang="tr-TR" sz="2800" b="0" i="1" u="none" strike="noStrike" baseline="0" dirty="0">
                <a:latin typeface="Calibri" panose="020F0502020204030204" pitchFamily="34" charset="0"/>
              </a:rPr>
              <a:t>16. İnisiyatif kullanma alışkanlığınız olduğu için mi?</a:t>
            </a:r>
          </a:p>
          <a:p>
            <a:pPr algn="l"/>
            <a:r>
              <a:rPr lang="tr-TR" sz="2800" b="0" i="1" u="none" strike="noStrike" baseline="0" dirty="0">
                <a:latin typeface="Calibri" panose="020F0502020204030204" pitchFamily="34" charset="0"/>
              </a:rPr>
              <a:t>17. Zorlukların çabuk üstesinden geldiğiniz için mi?</a:t>
            </a:r>
            <a:endParaRPr lang="tr-TR" i="1" dirty="0"/>
          </a:p>
        </p:txBody>
      </p:sp>
      <p:sp>
        <p:nvSpPr>
          <p:cNvPr id="6" name="Metin kutusu 5">
            <a:extLst>
              <a:ext uri="{FF2B5EF4-FFF2-40B4-BE49-F238E27FC236}">
                <a16:creationId xmlns:a16="http://schemas.microsoft.com/office/drawing/2014/main" id="{6E86069A-8876-E1B2-EC11-DC7862A99EE1}"/>
              </a:ext>
            </a:extLst>
          </p:cNvPr>
          <p:cNvSpPr txBox="1"/>
          <p:nvPr/>
        </p:nvSpPr>
        <p:spPr>
          <a:xfrm>
            <a:off x="1026695" y="5992297"/>
            <a:ext cx="8919410" cy="400110"/>
          </a:xfrm>
          <a:prstGeom prst="rect">
            <a:avLst/>
          </a:prstGeom>
          <a:noFill/>
        </p:spPr>
        <p:txBody>
          <a:bodyPr wrap="square" rtlCol="0">
            <a:spAutoFit/>
          </a:bodyPr>
          <a:lstStyle/>
          <a:p>
            <a:r>
              <a:rPr lang="tr-TR" sz="2000" b="0" i="0" u="none" strike="noStrike" baseline="0">
                <a:latin typeface="Calibri" panose="020F0502020204030204" pitchFamily="34" charset="0"/>
              </a:rPr>
              <a:t>İlk on bir neden çok iyi nedenler değil. Son altı neden başarıyı gösterebilir.</a:t>
            </a:r>
            <a:endParaRPr lang="tr-TR" sz="2000" dirty="0"/>
          </a:p>
        </p:txBody>
      </p:sp>
    </p:spTree>
    <p:extLst>
      <p:ext uri="{BB962C8B-B14F-4D97-AF65-F5344CB8AC3E}">
        <p14:creationId xmlns:p14="http://schemas.microsoft.com/office/powerpoint/2010/main" val="2189277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Başlık 4">
            <a:extLst>
              <a:ext uri="{FF2B5EF4-FFF2-40B4-BE49-F238E27FC236}">
                <a16:creationId xmlns:a16="http://schemas.microsoft.com/office/drawing/2014/main" id="{79AB6D9F-FBDE-15E3-05F2-74C240CC401C}"/>
              </a:ext>
            </a:extLst>
          </p:cNvPr>
          <p:cNvSpPr>
            <a:spLocks noGrp="1"/>
          </p:cNvSpPr>
          <p:nvPr>
            <p:ph type="title"/>
          </p:nvPr>
        </p:nvSpPr>
        <p:spPr/>
        <p:txBody>
          <a:bodyPr/>
          <a:lstStyle/>
          <a:p>
            <a:r>
              <a:rPr lang="tr-TR" sz="4400" b="0" i="1" u="none" strike="noStrike" baseline="0" dirty="0">
                <a:solidFill>
                  <a:srgbClr val="994806"/>
                </a:solidFill>
                <a:latin typeface="Calibri-Italic"/>
              </a:rPr>
              <a:t>İŞE BAŞLAMA SORULARI</a:t>
            </a:r>
            <a:endParaRPr lang="tr-TR" dirty="0"/>
          </a:p>
        </p:txBody>
      </p:sp>
      <p:sp>
        <p:nvSpPr>
          <p:cNvPr id="7" name="İçerik Yer Tutucusu 6">
            <a:extLst>
              <a:ext uri="{FF2B5EF4-FFF2-40B4-BE49-F238E27FC236}">
                <a16:creationId xmlns:a16="http://schemas.microsoft.com/office/drawing/2014/main" id="{4277407D-83DE-75F8-4248-1F5121AC8D53}"/>
              </a:ext>
            </a:extLst>
          </p:cNvPr>
          <p:cNvSpPr>
            <a:spLocks noGrp="1"/>
          </p:cNvSpPr>
          <p:nvPr>
            <p:ph sz="half" idx="1"/>
          </p:nvPr>
        </p:nvSpPr>
        <p:spPr/>
        <p:txBody>
          <a:bodyPr>
            <a:normAutofit fontScale="85000" lnSpcReduction="20000"/>
          </a:bodyPr>
          <a:lstStyle/>
          <a:p>
            <a:pPr algn="l"/>
            <a:r>
              <a:rPr lang="tr-TR" sz="2800" b="0" i="0" u="none" strike="noStrike" baseline="0" dirty="0">
                <a:latin typeface="Calibri" panose="020F0502020204030204" pitchFamily="34" charset="0"/>
              </a:rPr>
              <a:t>1. Kendinizi iyi hissediyor musunuz?</a:t>
            </a:r>
          </a:p>
          <a:p>
            <a:pPr algn="l"/>
            <a:r>
              <a:rPr lang="tr-TR" sz="2800" b="0" i="0" u="none" strike="noStrike" baseline="0" dirty="0">
                <a:latin typeface="Calibri" panose="020F0502020204030204" pitchFamily="34" charset="0"/>
              </a:rPr>
              <a:t>1. Rehberlik etmeyi ve yönlendirmeyi seviyor musunuz?</a:t>
            </a:r>
          </a:p>
          <a:p>
            <a:pPr algn="l"/>
            <a:r>
              <a:rPr lang="tr-TR" sz="2800" b="0" i="0" u="none" strike="noStrike" baseline="0" dirty="0">
                <a:latin typeface="Calibri" panose="020F0502020204030204" pitchFamily="34" charset="0"/>
              </a:rPr>
              <a:t>2. İyi tercih yapabilir misiniz?</a:t>
            </a:r>
          </a:p>
          <a:p>
            <a:pPr algn="l"/>
            <a:r>
              <a:rPr lang="nn-NO" sz="2800" b="0" i="0" u="none" strike="noStrike" baseline="0" dirty="0">
                <a:latin typeface="Calibri" panose="020F0502020204030204" pitchFamily="34" charset="0"/>
              </a:rPr>
              <a:t>3. İnsanlar sizi takip ederler mi?</a:t>
            </a:r>
          </a:p>
          <a:p>
            <a:pPr algn="l"/>
            <a:r>
              <a:rPr lang="tr-TR" sz="2800" b="0" i="0" u="none" strike="noStrike" baseline="0" dirty="0">
                <a:latin typeface="Calibri" panose="020F0502020204030204" pitchFamily="34" charset="0"/>
              </a:rPr>
              <a:t>4. İyi rekabet edebilir misiniz?</a:t>
            </a:r>
          </a:p>
          <a:p>
            <a:pPr algn="l"/>
            <a:r>
              <a:rPr lang="tr-TR" sz="2800" b="0" i="0" u="none" strike="noStrike" baseline="0" dirty="0">
                <a:latin typeface="Calibri" panose="020F0502020204030204" pitchFamily="34" charset="0"/>
              </a:rPr>
              <a:t>5. Kendi kendinizi iyi kontrol edebilir misiniz?</a:t>
            </a:r>
          </a:p>
          <a:p>
            <a:pPr algn="l"/>
            <a:r>
              <a:rPr lang="tr-TR" sz="2800" b="0" i="0" u="none" strike="noStrike" baseline="0" dirty="0">
                <a:latin typeface="Calibri" panose="020F0502020204030204" pitchFamily="34" charset="0"/>
              </a:rPr>
              <a:t>6. İnsanlar sizin kararlılığınızı bilirler mi?</a:t>
            </a:r>
          </a:p>
          <a:p>
            <a:pPr algn="l"/>
            <a:r>
              <a:rPr lang="tr-TR" sz="2800" b="0" i="0" u="none" strike="noStrike" baseline="0" dirty="0">
                <a:latin typeface="Calibri" panose="020F0502020204030204" pitchFamily="34" charset="0"/>
              </a:rPr>
              <a:t>7. Zamanı iyi planlayıp yönetebilir misiniz?</a:t>
            </a:r>
            <a:endParaRPr lang="tr-TR" dirty="0"/>
          </a:p>
        </p:txBody>
      </p:sp>
      <p:sp>
        <p:nvSpPr>
          <p:cNvPr id="8" name="İçerik Yer Tutucusu 7">
            <a:extLst>
              <a:ext uri="{FF2B5EF4-FFF2-40B4-BE49-F238E27FC236}">
                <a16:creationId xmlns:a16="http://schemas.microsoft.com/office/drawing/2014/main" id="{E24A280C-BB49-3662-717F-72E242F22A88}"/>
              </a:ext>
            </a:extLst>
          </p:cNvPr>
          <p:cNvSpPr>
            <a:spLocks noGrp="1"/>
          </p:cNvSpPr>
          <p:nvPr>
            <p:ph sz="half" idx="2"/>
          </p:nvPr>
        </p:nvSpPr>
        <p:spPr/>
        <p:txBody>
          <a:bodyPr>
            <a:normAutofit fontScale="85000" lnSpcReduction="20000"/>
          </a:bodyPr>
          <a:lstStyle/>
          <a:p>
            <a:r>
              <a:rPr lang="tr-TR" dirty="0"/>
              <a:t>8. Amaca ulaşmak için gerekli faaliyetleri yapar mısınız?</a:t>
            </a:r>
          </a:p>
          <a:p>
            <a:r>
              <a:rPr lang="tr-TR" dirty="0"/>
              <a:t>9. Başkaları ile çalışmayı sever misiniz?</a:t>
            </a:r>
          </a:p>
          <a:p>
            <a:r>
              <a:rPr lang="tr-TR" dirty="0"/>
              <a:t>10. Başkaları sizinle çalışmayı sever mi?</a:t>
            </a:r>
          </a:p>
          <a:p>
            <a:r>
              <a:rPr lang="tr-TR" dirty="0"/>
              <a:t>11. Son zamanlarda hiç haftada 60 saat çalıştınız mı?</a:t>
            </a:r>
          </a:p>
          <a:p>
            <a:r>
              <a:rPr lang="tr-TR" dirty="0"/>
              <a:t>12. Duygusal streslerle baş edebiliyor musunuz?</a:t>
            </a:r>
          </a:p>
          <a:p>
            <a:r>
              <a:rPr lang="tr-TR" dirty="0"/>
              <a:t>13. Aileniz size tam destek verir mi?</a:t>
            </a:r>
          </a:p>
          <a:p>
            <a:r>
              <a:rPr lang="tr-TR" dirty="0"/>
              <a:t>14. Sinirleriniz bir işletmenin başarısız olmasına dayanabilir mi?</a:t>
            </a:r>
          </a:p>
        </p:txBody>
      </p:sp>
    </p:spTree>
    <p:extLst>
      <p:ext uri="{BB962C8B-B14F-4D97-AF65-F5344CB8AC3E}">
        <p14:creationId xmlns:p14="http://schemas.microsoft.com/office/powerpoint/2010/main" val="19545066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E48145B-4EE2-0A73-2B99-B5B61C16D8E9}"/>
              </a:ext>
            </a:extLst>
          </p:cNvPr>
          <p:cNvSpPr>
            <a:spLocks noGrp="1"/>
          </p:cNvSpPr>
          <p:nvPr>
            <p:ph type="title"/>
          </p:nvPr>
        </p:nvSpPr>
        <p:spPr/>
        <p:txBody>
          <a:bodyPr/>
          <a:lstStyle/>
          <a:p>
            <a:r>
              <a:rPr lang="tr-TR" sz="4400" b="0" i="1" u="none" strike="noStrike" baseline="0" dirty="0">
                <a:solidFill>
                  <a:srgbClr val="984705"/>
                </a:solidFill>
                <a:latin typeface="Calibri-Italic"/>
              </a:rPr>
              <a:t>Eğitiminiz ve geçmiş deneyiminiz işe uygun mu?</a:t>
            </a:r>
            <a:endParaRPr lang="tr-TR" dirty="0"/>
          </a:p>
        </p:txBody>
      </p:sp>
      <p:sp>
        <p:nvSpPr>
          <p:cNvPr id="3" name="İçerik Yer Tutucusu 2">
            <a:extLst>
              <a:ext uri="{FF2B5EF4-FFF2-40B4-BE49-F238E27FC236}">
                <a16:creationId xmlns:a16="http://schemas.microsoft.com/office/drawing/2014/main" id="{3FF94BA6-B81A-62F1-29B8-70A1C2C6BF3D}"/>
              </a:ext>
            </a:extLst>
          </p:cNvPr>
          <p:cNvSpPr>
            <a:spLocks noGrp="1"/>
          </p:cNvSpPr>
          <p:nvPr>
            <p:ph sz="half" idx="1"/>
          </p:nvPr>
        </p:nvSpPr>
        <p:spPr/>
        <p:txBody>
          <a:bodyPr/>
          <a:lstStyle/>
          <a:p>
            <a:pPr algn="l"/>
            <a:r>
              <a:rPr lang="tr-TR" sz="2800" b="0" i="0" u="none" strike="noStrike" baseline="0" dirty="0">
                <a:latin typeface="Calibri" panose="020F0502020204030204" pitchFamily="34" charset="0"/>
              </a:rPr>
              <a:t>1. Sizde ihtiyaç duyulan yeteneklerin bir listesi var mı?</a:t>
            </a:r>
          </a:p>
          <a:p>
            <a:pPr algn="l"/>
            <a:r>
              <a:rPr lang="tr-TR" sz="2800" b="0" i="0" u="none" strike="noStrike" baseline="0" dirty="0">
                <a:latin typeface="Calibri" panose="020F0502020204030204" pitchFamily="34" charset="0"/>
              </a:rPr>
              <a:t>2. Bu yeteneklerin bir kısmına veya tamamına sahip misiniz?</a:t>
            </a:r>
          </a:p>
          <a:p>
            <a:pPr algn="l"/>
            <a:r>
              <a:rPr lang="tr-TR" sz="2800" b="0" i="0" u="none" strike="noStrike" baseline="0" dirty="0">
                <a:latin typeface="Calibri" panose="020F0502020204030204" pitchFamily="34" charset="0"/>
              </a:rPr>
              <a:t>3. Bir birim yöneticiliği yaptınız mı?</a:t>
            </a:r>
          </a:p>
          <a:p>
            <a:pPr algn="l"/>
            <a:r>
              <a:rPr lang="tr-TR" sz="2800" b="0" i="0" u="none" strike="noStrike" baseline="0" dirty="0">
                <a:latin typeface="Calibri" panose="020F0502020204030204" pitchFamily="34" charset="0"/>
              </a:rPr>
              <a:t>4. Eğer yaptıysanız başarılı oldunuz mu?</a:t>
            </a:r>
            <a:endParaRPr lang="tr-TR" dirty="0"/>
          </a:p>
        </p:txBody>
      </p:sp>
      <p:sp>
        <p:nvSpPr>
          <p:cNvPr id="4" name="İçerik Yer Tutucusu 3">
            <a:extLst>
              <a:ext uri="{FF2B5EF4-FFF2-40B4-BE49-F238E27FC236}">
                <a16:creationId xmlns:a16="http://schemas.microsoft.com/office/drawing/2014/main" id="{19F08EB1-DBCB-6073-4CF7-82FDD29D9953}"/>
              </a:ext>
            </a:extLst>
          </p:cNvPr>
          <p:cNvSpPr>
            <a:spLocks noGrp="1"/>
          </p:cNvSpPr>
          <p:nvPr>
            <p:ph sz="half" idx="2"/>
          </p:nvPr>
        </p:nvSpPr>
        <p:spPr/>
        <p:txBody>
          <a:bodyPr/>
          <a:lstStyle/>
          <a:p>
            <a:pPr algn="l"/>
            <a:r>
              <a:rPr lang="tr-TR" sz="2800" b="0" i="0" u="none" strike="noStrike" baseline="0" dirty="0">
                <a:latin typeface="Calibri" panose="020F0502020204030204" pitchFamily="34" charset="0"/>
              </a:rPr>
              <a:t>5. Bu alanda iş tecrübeniz var mı?</a:t>
            </a:r>
          </a:p>
          <a:p>
            <a:pPr algn="l"/>
            <a:r>
              <a:rPr lang="tr-TR" sz="2800" b="0" i="0" u="none" strike="noStrike" baseline="0" dirty="0">
                <a:latin typeface="Calibri" panose="020F0502020204030204" pitchFamily="34" charset="0"/>
              </a:rPr>
              <a:t>6. Bu alanda formel eğitiminiz var mı?</a:t>
            </a:r>
          </a:p>
          <a:p>
            <a:pPr algn="l"/>
            <a:r>
              <a:rPr lang="tr-TR" sz="2800" b="0" i="0" u="none" strike="noStrike" baseline="0" dirty="0">
                <a:latin typeface="Calibri" panose="020F0502020204030204" pitchFamily="34" charset="0"/>
              </a:rPr>
              <a:t>7. İşe başlamadan önce eğitim alacak mısınız?</a:t>
            </a:r>
            <a:endParaRPr lang="tr-TR" dirty="0"/>
          </a:p>
        </p:txBody>
      </p:sp>
    </p:spTree>
    <p:extLst>
      <p:ext uri="{BB962C8B-B14F-4D97-AF65-F5344CB8AC3E}">
        <p14:creationId xmlns:p14="http://schemas.microsoft.com/office/powerpoint/2010/main" val="26378117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7228E11-4F5D-71C1-58AD-616F5200658F}"/>
              </a:ext>
            </a:extLst>
          </p:cNvPr>
          <p:cNvSpPr>
            <a:spLocks noGrp="1"/>
          </p:cNvSpPr>
          <p:nvPr>
            <p:ph type="title"/>
          </p:nvPr>
        </p:nvSpPr>
        <p:spPr/>
        <p:txBody>
          <a:bodyPr/>
          <a:lstStyle/>
          <a:p>
            <a:r>
              <a:rPr lang="tr-TR" sz="4400" b="0" i="1" u="none" strike="noStrike" baseline="0" dirty="0">
                <a:solidFill>
                  <a:srgbClr val="984705"/>
                </a:solidFill>
                <a:latin typeface="Calibri-Italic"/>
              </a:rPr>
              <a:t>Muhtemel müşterileriniz sizin mal ya da hizmetinizi istiyorlar mı?</a:t>
            </a:r>
            <a:endParaRPr lang="tr-TR" dirty="0"/>
          </a:p>
        </p:txBody>
      </p:sp>
      <p:sp>
        <p:nvSpPr>
          <p:cNvPr id="3" name="İçerik Yer Tutucusu 2">
            <a:extLst>
              <a:ext uri="{FF2B5EF4-FFF2-40B4-BE49-F238E27FC236}">
                <a16:creationId xmlns:a16="http://schemas.microsoft.com/office/drawing/2014/main" id="{7A954578-25CC-938A-C783-27AD95BCD8C0}"/>
              </a:ext>
            </a:extLst>
          </p:cNvPr>
          <p:cNvSpPr>
            <a:spLocks noGrp="1"/>
          </p:cNvSpPr>
          <p:nvPr>
            <p:ph sz="half" idx="1"/>
          </p:nvPr>
        </p:nvSpPr>
        <p:spPr/>
        <p:txBody>
          <a:bodyPr>
            <a:normAutofit fontScale="85000" lnSpcReduction="20000"/>
          </a:bodyPr>
          <a:lstStyle/>
          <a:p>
            <a:pPr algn="l"/>
            <a:r>
              <a:rPr lang="tr-TR" sz="2800" b="0" i="0" u="none" strike="noStrike" baseline="0" dirty="0">
                <a:latin typeface="Calibri" panose="020F0502020204030204" pitchFamily="34" charset="0"/>
              </a:rPr>
              <a:t>1. Müşterilerinizin kim olduğunu biliyor musunuz?</a:t>
            </a:r>
          </a:p>
          <a:p>
            <a:pPr algn="l"/>
            <a:r>
              <a:rPr lang="tr-TR" sz="2800" b="0" i="0" u="none" strike="noStrike" baseline="0" dirty="0">
                <a:latin typeface="Calibri" panose="020F0502020204030204" pitchFamily="34" charset="0"/>
              </a:rPr>
              <a:t>2. Müşterilerinizin nerede ve ne kadar olduğunu biliyor musunuz?</a:t>
            </a:r>
          </a:p>
          <a:p>
            <a:pPr algn="l"/>
            <a:r>
              <a:rPr lang="tr-TR" sz="2800" b="0" i="0" u="none" strike="noStrike" baseline="0" dirty="0">
                <a:latin typeface="Calibri" panose="020F0502020204030204" pitchFamily="34" charset="0"/>
              </a:rPr>
              <a:t>3. Pazarınızın büyüklüğünü biliyor musunuz?</a:t>
            </a:r>
          </a:p>
          <a:p>
            <a:pPr algn="l"/>
            <a:r>
              <a:rPr lang="tr-TR" sz="2800" b="0" i="0" u="none" strike="noStrike" baseline="0" dirty="0">
                <a:latin typeface="Calibri" panose="020F0502020204030204" pitchFamily="34" charset="0"/>
              </a:rPr>
              <a:t>4. Ürün fikrinizi muhtemel müşterilerinizle tartıştınız mı?</a:t>
            </a:r>
          </a:p>
          <a:p>
            <a:pPr algn="l"/>
            <a:r>
              <a:rPr lang="tr-TR" sz="2800" b="0" i="0" u="none" strike="noStrike" baseline="0" dirty="0">
                <a:latin typeface="Calibri" panose="020F0502020204030204" pitchFamily="34" charset="0"/>
              </a:rPr>
              <a:t>5. Bu ürüne ihtiyaç duyduklarını söylediler mi?</a:t>
            </a:r>
          </a:p>
          <a:p>
            <a:pPr algn="l"/>
            <a:r>
              <a:rPr lang="de-DE" sz="2800" b="0" i="0" u="none" strike="noStrike" baseline="0" dirty="0">
                <a:latin typeface="Calibri" panose="020F0502020204030204" pitchFamily="34" charset="0"/>
              </a:rPr>
              <a:t>6. </a:t>
            </a:r>
            <a:r>
              <a:rPr lang="de-DE" sz="2800" b="0" i="0" u="none" strike="noStrike" baseline="0" dirty="0" err="1">
                <a:latin typeface="Calibri" panose="020F0502020204030204" pitchFamily="34" charset="0"/>
              </a:rPr>
              <a:t>Bu</a:t>
            </a:r>
            <a:r>
              <a:rPr lang="de-DE" sz="2800" b="0" i="0" u="none" strike="noStrike" baseline="0" dirty="0">
                <a:latin typeface="Calibri" panose="020F0502020204030204" pitchFamily="34" charset="0"/>
              </a:rPr>
              <a:t> </a:t>
            </a:r>
            <a:r>
              <a:rPr lang="de-DE" sz="2800" b="0" i="0" u="none" strike="noStrike" baseline="0" dirty="0" err="1">
                <a:latin typeface="Calibri" panose="020F0502020204030204" pitchFamily="34" charset="0"/>
              </a:rPr>
              <a:t>ürünü</a:t>
            </a:r>
            <a:r>
              <a:rPr lang="de-DE" sz="2800" b="0" i="0" u="none" strike="noStrike" baseline="0" dirty="0">
                <a:latin typeface="Calibri" panose="020F0502020204030204" pitchFamily="34" charset="0"/>
              </a:rPr>
              <a:t> </a:t>
            </a:r>
            <a:r>
              <a:rPr lang="de-DE" sz="2800" b="0" i="0" u="none" strike="noStrike" baseline="0" dirty="0" err="1">
                <a:latin typeface="Calibri" panose="020F0502020204030204" pitchFamily="34" charset="0"/>
              </a:rPr>
              <a:t>istediklerini</a:t>
            </a:r>
            <a:r>
              <a:rPr lang="de-DE" sz="2800" b="0" i="0" u="none" strike="noStrike" baseline="0" dirty="0">
                <a:latin typeface="Calibri" panose="020F0502020204030204" pitchFamily="34" charset="0"/>
              </a:rPr>
              <a:t> </a:t>
            </a:r>
            <a:r>
              <a:rPr lang="de-DE" sz="2800" b="0" i="0" u="none" strike="noStrike" baseline="0" dirty="0" err="1">
                <a:latin typeface="Calibri" panose="020F0502020204030204" pitchFamily="34" charset="0"/>
              </a:rPr>
              <a:t>söylediler</a:t>
            </a:r>
            <a:r>
              <a:rPr lang="de-DE" sz="2800" b="0" i="0" u="none" strike="noStrike" baseline="0" dirty="0">
                <a:latin typeface="Calibri" panose="020F0502020204030204" pitchFamily="34" charset="0"/>
              </a:rPr>
              <a:t> mi?</a:t>
            </a:r>
          </a:p>
          <a:p>
            <a:pPr algn="l"/>
            <a:r>
              <a:rPr lang="tr-TR" sz="2800" b="0" i="0" u="none" strike="noStrike" baseline="0" dirty="0">
                <a:latin typeface="Calibri" panose="020F0502020204030204" pitchFamily="34" charset="0"/>
              </a:rPr>
              <a:t>7. Bu üründe iyileştirme - geliştirme yapmanızı istediler mi?</a:t>
            </a:r>
            <a:endParaRPr lang="tr-TR" dirty="0"/>
          </a:p>
        </p:txBody>
      </p:sp>
      <p:sp>
        <p:nvSpPr>
          <p:cNvPr id="4" name="İçerik Yer Tutucusu 3">
            <a:extLst>
              <a:ext uri="{FF2B5EF4-FFF2-40B4-BE49-F238E27FC236}">
                <a16:creationId xmlns:a16="http://schemas.microsoft.com/office/drawing/2014/main" id="{7622E228-9C29-9778-2BC1-F91EE9998C8E}"/>
              </a:ext>
            </a:extLst>
          </p:cNvPr>
          <p:cNvSpPr>
            <a:spLocks noGrp="1"/>
          </p:cNvSpPr>
          <p:nvPr>
            <p:ph sz="half" idx="2"/>
          </p:nvPr>
        </p:nvSpPr>
        <p:spPr/>
        <p:txBody>
          <a:bodyPr>
            <a:normAutofit fontScale="85000" lnSpcReduction="20000"/>
          </a:bodyPr>
          <a:lstStyle/>
          <a:p>
            <a:pPr algn="l"/>
            <a:r>
              <a:rPr lang="tr-TR" sz="2800" b="0" i="0" u="none" strike="noStrike" baseline="0" dirty="0">
                <a:latin typeface="Calibri" panose="020F0502020204030204" pitchFamily="34" charset="0"/>
              </a:rPr>
              <a:t>8. Eğer istedilerse istenen iyileştirme ve geliştirmeleri yaptınız mı?</a:t>
            </a:r>
          </a:p>
          <a:p>
            <a:pPr algn="l"/>
            <a:r>
              <a:rPr lang="tr-TR" sz="2800" b="0" i="0" u="none" strike="noStrike" baseline="0" dirty="0">
                <a:latin typeface="Calibri" panose="020F0502020204030204" pitchFamily="34" charset="0"/>
              </a:rPr>
              <a:t>9. Gerçekçi bir satış tahmini yaptınız mı?</a:t>
            </a:r>
          </a:p>
          <a:p>
            <a:pPr algn="l"/>
            <a:r>
              <a:rPr lang="tr-TR" sz="2800" b="0" i="0" u="none" strike="noStrike" baseline="0" dirty="0">
                <a:latin typeface="Calibri" panose="020F0502020204030204" pitchFamily="34" charset="0"/>
              </a:rPr>
              <a:t>10. Pazara girmek için iyi bir zaman mı?</a:t>
            </a:r>
          </a:p>
          <a:p>
            <a:pPr algn="l"/>
            <a:r>
              <a:rPr lang="tr-TR" sz="2800" b="0" i="0" u="none" strike="noStrike" baseline="0" dirty="0">
                <a:latin typeface="Calibri" panose="020F0502020204030204" pitchFamily="34" charset="0"/>
              </a:rPr>
              <a:t>11. Ürün/fiyat üzerine rekabet edebilir misiniz?</a:t>
            </a:r>
          </a:p>
          <a:p>
            <a:pPr algn="l"/>
            <a:r>
              <a:rPr lang="tr-TR" sz="2800" b="0" i="0" u="none" strike="noStrike" baseline="0" dirty="0">
                <a:latin typeface="Calibri" panose="020F0502020204030204" pitchFamily="34" charset="0"/>
              </a:rPr>
              <a:t>12. Hazırladığını bir pazarlama planınız var mı?</a:t>
            </a:r>
          </a:p>
          <a:p>
            <a:pPr algn="l"/>
            <a:r>
              <a:rPr lang="tr-TR" sz="2800" b="0" i="0" u="none" strike="noStrike" baseline="0" dirty="0">
                <a:latin typeface="Calibri" panose="020F0502020204030204" pitchFamily="34" charset="0"/>
              </a:rPr>
              <a:t>13. Sizin ürününüz alternatif ürünlerden daha mı iyi?</a:t>
            </a:r>
            <a:endParaRPr lang="tr-TR" dirty="0"/>
          </a:p>
        </p:txBody>
      </p:sp>
    </p:spTree>
    <p:extLst>
      <p:ext uri="{BB962C8B-B14F-4D97-AF65-F5344CB8AC3E}">
        <p14:creationId xmlns:p14="http://schemas.microsoft.com/office/powerpoint/2010/main" val="31708680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BAFEC65-44C8-BD95-6F8C-C06C51CEF5B6}"/>
              </a:ext>
            </a:extLst>
          </p:cNvPr>
          <p:cNvSpPr>
            <a:spLocks noGrp="1"/>
          </p:cNvSpPr>
          <p:nvPr>
            <p:ph type="title"/>
          </p:nvPr>
        </p:nvSpPr>
        <p:spPr>
          <a:xfrm>
            <a:off x="629652" y="350252"/>
            <a:ext cx="10515600" cy="661570"/>
          </a:xfrm>
        </p:spPr>
        <p:txBody>
          <a:bodyPr>
            <a:normAutofit fontScale="90000"/>
          </a:bodyPr>
          <a:lstStyle/>
          <a:p>
            <a:r>
              <a:rPr lang="tr-TR" sz="4400" b="0" i="1" u="none" strike="noStrike" baseline="0" dirty="0">
                <a:solidFill>
                  <a:srgbClr val="984705"/>
                </a:solidFill>
                <a:latin typeface="Calibri-Italic"/>
              </a:rPr>
              <a:t>Yasal problemleriniz var mı?</a:t>
            </a:r>
            <a:endParaRPr lang="tr-TR" dirty="0"/>
          </a:p>
        </p:txBody>
      </p:sp>
      <p:sp>
        <p:nvSpPr>
          <p:cNvPr id="3" name="İçerik Yer Tutucusu 2">
            <a:extLst>
              <a:ext uri="{FF2B5EF4-FFF2-40B4-BE49-F238E27FC236}">
                <a16:creationId xmlns:a16="http://schemas.microsoft.com/office/drawing/2014/main" id="{46ED1AD1-E41E-60DC-053E-E1EB37D81373}"/>
              </a:ext>
            </a:extLst>
          </p:cNvPr>
          <p:cNvSpPr>
            <a:spLocks noGrp="1"/>
          </p:cNvSpPr>
          <p:nvPr>
            <p:ph sz="half" idx="1"/>
          </p:nvPr>
        </p:nvSpPr>
        <p:spPr>
          <a:xfrm>
            <a:off x="838200" y="1219200"/>
            <a:ext cx="5181600" cy="4957763"/>
          </a:xfrm>
        </p:spPr>
        <p:txBody>
          <a:bodyPr>
            <a:normAutofit fontScale="85000" lnSpcReduction="20000"/>
          </a:bodyPr>
          <a:lstStyle/>
          <a:p>
            <a:pPr algn="l"/>
            <a:r>
              <a:rPr lang="tr-TR" sz="2800" b="0" i="0" u="none" strike="noStrike" baseline="0" dirty="0">
                <a:latin typeface="Calibri" panose="020F0502020204030204" pitchFamily="34" charset="0"/>
              </a:rPr>
              <a:t>1. İşletmenizin ismi güvenli mi? Yasal mı?</a:t>
            </a:r>
          </a:p>
          <a:p>
            <a:pPr algn="l"/>
            <a:r>
              <a:rPr lang="tr-TR" sz="2800" b="0" i="0" u="none" strike="noStrike" baseline="0" dirty="0">
                <a:latin typeface="Calibri" panose="020F0502020204030204" pitchFamily="34" charset="0"/>
              </a:rPr>
              <a:t>2. İşinizin tek sahibi misiniz?</a:t>
            </a:r>
          </a:p>
          <a:p>
            <a:pPr algn="l"/>
            <a:r>
              <a:rPr lang="tr-TR" sz="2800" b="0" i="0" u="none" strike="noStrike" baseline="0" dirty="0">
                <a:latin typeface="Calibri" panose="020F0502020204030204" pitchFamily="34" charset="0"/>
              </a:rPr>
              <a:t>3. İşletmenin tek sahibi iseniz kendi başınıza dava açabilir misiniz?</a:t>
            </a:r>
          </a:p>
          <a:p>
            <a:pPr algn="l"/>
            <a:r>
              <a:rPr lang="tr-TR" sz="2800" b="0" i="0" u="none" strike="noStrike" baseline="0" dirty="0">
                <a:latin typeface="Calibri" panose="020F0502020204030204" pitchFamily="34" charset="0"/>
              </a:rPr>
              <a:t>4. Ortaklık mısınız?</a:t>
            </a:r>
          </a:p>
          <a:p>
            <a:pPr algn="l"/>
            <a:r>
              <a:rPr lang="tr-TR" sz="2800" b="0" i="0" u="none" strike="noStrike" baseline="0" dirty="0">
                <a:latin typeface="Calibri" panose="020F0502020204030204" pitchFamily="34" charset="0"/>
              </a:rPr>
              <a:t>5. Firmanız bir şirket mi?</a:t>
            </a:r>
          </a:p>
          <a:p>
            <a:pPr algn="l"/>
            <a:r>
              <a:rPr lang="tr-TR" sz="2800" b="0" i="0" u="none" strike="noStrike" baseline="0" dirty="0">
                <a:latin typeface="Calibri" panose="020F0502020204030204" pitchFamily="34" charset="0"/>
              </a:rPr>
              <a:t>6. Eşit olarak dava açabileceğinizi biliyor musunuz?</a:t>
            </a:r>
          </a:p>
          <a:p>
            <a:pPr algn="l"/>
            <a:r>
              <a:rPr lang="tr-TR" sz="2800" b="0" i="0" u="none" strike="noStrike" baseline="0" dirty="0">
                <a:latin typeface="Calibri" panose="020F0502020204030204" pitchFamily="34" charset="0"/>
              </a:rPr>
              <a:t>7. Şirketin sizi kişisel olarak koruyacağını biliyor musunuz?</a:t>
            </a:r>
          </a:p>
          <a:p>
            <a:pPr algn="l"/>
            <a:r>
              <a:rPr lang="tr-TR" sz="2800" b="0" i="0" u="none" strike="noStrike" baseline="0" dirty="0">
                <a:latin typeface="Calibri" panose="020F0502020204030204" pitchFamily="34" charset="0"/>
              </a:rPr>
              <a:t>8. Şirket kurmanın maliyetini biliyor musunuz?</a:t>
            </a:r>
            <a:endParaRPr lang="tr-TR" dirty="0"/>
          </a:p>
        </p:txBody>
      </p:sp>
      <p:sp>
        <p:nvSpPr>
          <p:cNvPr id="4" name="İçerik Yer Tutucusu 3">
            <a:extLst>
              <a:ext uri="{FF2B5EF4-FFF2-40B4-BE49-F238E27FC236}">
                <a16:creationId xmlns:a16="http://schemas.microsoft.com/office/drawing/2014/main" id="{9FD10C68-7E38-F2C1-9479-F2DBE824C9F9}"/>
              </a:ext>
            </a:extLst>
          </p:cNvPr>
          <p:cNvSpPr>
            <a:spLocks noGrp="1"/>
          </p:cNvSpPr>
          <p:nvPr>
            <p:ph sz="half" idx="2"/>
          </p:nvPr>
        </p:nvSpPr>
        <p:spPr>
          <a:xfrm>
            <a:off x="6172200" y="1219200"/>
            <a:ext cx="5181600" cy="4957763"/>
          </a:xfrm>
        </p:spPr>
        <p:txBody>
          <a:bodyPr>
            <a:normAutofit fontScale="85000" lnSpcReduction="20000"/>
          </a:bodyPr>
          <a:lstStyle/>
          <a:p>
            <a:pPr algn="l"/>
            <a:r>
              <a:rPr lang="tr-TR" sz="2800" b="0" i="0" u="none" strike="noStrike" baseline="0" dirty="0">
                <a:latin typeface="Calibri" panose="020F0502020204030204" pitchFamily="34" charset="0"/>
              </a:rPr>
              <a:t>9. Bu maliyete katlanabilir misiniz?</a:t>
            </a:r>
          </a:p>
          <a:p>
            <a:pPr algn="l"/>
            <a:r>
              <a:rPr lang="tr-TR" sz="2800" b="0" i="0" u="none" strike="noStrike" baseline="0" dirty="0">
                <a:latin typeface="Calibri" panose="020F0502020204030204" pitchFamily="34" charset="0"/>
              </a:rPr>
              <a:t>10. İşi yapmak için lisans ihtiyacınız var mı?</a:t>
            </a:r>
          </a:p>
          <a:p>
            <a:pPr algn="l"/>
            <a:r>
              <a:rPr lang="tr-TR" sz="2800" b="0" i="0" u="none" strike="noStrike" baseline="0" dirty="0">
                <a:latin typeface="Calibri" panose="020F0502020204030204" pitchFamily="34" charset="0"/>
              </a:rPr>
              <a:t>11. Önemli görevlerin farkında mısınız?</a:t>
            </a:r>
          </a:p>
          <a:p>
            <a:pPr algn="l"/>
            <a:r>
              <a:rPr lang="tr-TR" sz="2800" b="0" i="0" u="none" strike="noStrike" baseline="0" dirty="0">
                <a:latin typeface="Calibri" panose="020F0502020204030204" pitchFamily="34" charset="0"/>
              </a:rPr>
              <a:t>12. İmza yetkisi ile ilgili yasalar var mı?</a:t>
            </a:r>
          </a:p>
          <a:p>
            <a:pPr algn="l"/>
            <a:r>
              <a:rPr lang="tr-TR" sz="2800" b="0" i="0" u="none" strike="noStrike" baseline="0" dirty="0">
                <a:latin typeface="Calibri" panose="020F0502020204030204" pitchFamily="34" charset="0"/>
              </a:rPr>
              <a:t>13. Çevre koruma, vergiler, sosyal güvenlik ve İş kanunu gibi yasalara uygun</a:t>
            </a:r>
          </a:p>
          <a:p>
            <a:pPr algn="l"/>
            <a:r>
              <a:rPr lang="tr-TR" sz="2800" b="0" i="0" u="none" strike="noStrike" baseline="0" dirty="0">
                <a:latin typeface="Calibri" panose="020F0502020204030204" pitchFamily="34" charset="0"/>
              </a:rPr>
              <a:t>musunuz?</a:t>
            </a:r>
          </a:p>
          <a:p>
            <a:pPr algn="l"/>
            <a:r>
              <a:rPr lang="tr-TR" sz="2800" b="0" i="0" u="none" strike="noStrike" baseline="0" dirty="0">
                <a:latin typeface="Calibri" panose="020F0502020204030204" pitchFamily="34" charset="0"/>
              </a:rPr>
              <a:t>14. Bir avukat ile bağlantınız var mı?</a:t>
            </a:r>
          </a:p>
          <a:p>
            <a:pPr algn="l"/>
            <a:r>
              <a:rPr lang="it-IT" sz="2800" b="0" i="0" u="none" strike="noStrike" baseline="0" dirty="0">
                <a:latin typeface="Calibri" panose="020F0502020204030204" pitchFamily="34" charset="0"/>
              </a:rPr>
              <a:t>15. Avukat planlarınızı inceledi mi?</a:t>
            </a:r>
          </a:p>
          <a:p>
            <a:pPr algn="l"/>
            <a:r>
              <a:rPr lang="tr-TR" sz="2800" b="0" i="0" u="none" strike="noStrike" baseline="0" dirty="0">
                <a:latin typeface="Calibri" panose="020F0502020204030204" pitchFamily="34" charset="0"/>
              </a:rPr>
              <a:t>16. Hayat, sağlık, yangın, hırsızlık, vs. sigortalarını yaptırdınız mı?</a:t>
            </a:r>
            <a:endParaRPr lang="tr-TR" dirty="0"/>
          </a:p>
        </p:txBody>
      </p:sp>
    </p:spTree>
    <p:extLst>
      <p:ext uri="{BB962C8B-B14F-4D97-AF65-F5344CB8AC3E}">
        <p14:creationId xmlns:p14="http://schemas.microsoft.com/office/powerpoint/2010/main" val="26251154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1F2FD8A-839C-0C2C-1669-96F07CA2BC34}"/>
              </a:ext>
            </a:extLst>
          </p:cNvPr>
          <p:cNvSpPr>
            <a:spLocks noGrp="1"/>
          </p:cNvSpPr>
          <p:nvPr>
            <p:ph type="title"/>
          </p:nvPr>
        </p:nvSpPr>
        <p:spPr/>
        <p:txBody>
          <a:bodyPr/>
          <a:lstStyle/>
          <a:p>
            <a:r>
              <a:rPr lang="nn-NO" sz="4400" b="0" i="1" u="none" strike="noStrike" baseline="0" dirty="0">
                <a:solidFill>
                  <a:srgbClr val="984705"/>
                </a:solidFill>
                <a:latin typeface="Calibri-Italic"/>
              </a:rPr>
              <a:t>İyi bir kuruluş yeriniz var mı?</a:t>
            </a:r>
            <a:endParaRPr lang="tr-TR" dirty="0"/>
          </a:p>
        </p:txBody>
      </p:sp>
      <p:sp>
        <p:nvSpPr>
          <p:cNvPr id="3" name="İçerik Yer Tutucusu 2">
            <a:extLst>
              <a:ext uri="{FF2B5EF4-FFF2-40B4-BE49-F238E27FC236}">
                <a16:creationId xmlns:a16="http://schemas.microsoft.com/office/drawing/2014/main" id="{C3C61939-D501-4CFF-C462-71B4A2BDDA22}"/>
              </a:ext>
            </a:extLst>
          </p:cNvPr>
          <p:cNvSpPr>
            <a:spLocks noGrp="1"/>
          </p:cNvSpPr>
          <p:nvPr>
            <p:ph sz="half" idx="1"/>
          </p:nvPr>
        </p:nvSpPr>
        <p:spPr/>
        <p:txBody>
          <a:bodyPr>
            <a:normAutofit/>
          </a:bodyPr>
          <a:lstStyle/>
          <a:p>
            <a:pPr algn="l"/>
            <a:r>
              <a:rPr lang="tr-TR" sz="2800" b="0" i="0" u="none" strike="noStrike" baseline="0" dirty="0">
                <a:latin typeface="Calibri" panose="020F0502020204030204" pitchFamily="34" charset="0"/>
              </a:rPr>
              <a:t>1. Müşterilere kolay ulaşabiliyor musunuz?</a:t>
            </a:r>
          </a:p>
          <a:p>
            <a:pPr algn="l"/>
            <a:r>
              <a:rPr lang="tr-TR" sz="2800" b="0" i="0" u="none" strike="noStrike" baseline="0" dirty="0">
                <a:latin typeface="Calibri" panose="020F0502020204030204" pitchFamily="34" charset="0"/>
              </a:rPr>
              <a:t>2. İş yeriniz yeniden düzenleme gerektiriyor mu?</a:t>
            </a:r>
          </a:p>
          <a:p>
            <a:pPr algn="l"/>
            <a:r>
              <a:rPr lang="tr-TR" sz="2800" b="0" i="0" u="none" strike="noStrike" baseline="0" dirty="0">
                <a:latin typeface="Calibri" panose="020F0502020204030204" pitchFamily="34" charset="0"/>
              </a:rPr>
              <a:t>3. Mobilya ve başka eşya ihtiyacınız var mı?</a:t>
            </a:r>
          </a:p>
          <a:p>
            <a:pPr algn="l"/>
            <a:r>
              <a:rPr lang="tr-TR" sz="2800" b="0" i="0" u="none" strike="noStrike" baseline="0" dirty="0">
                <a:latin typeface="Calibri" panose="020F0502020204030204" pitchFamily="34" charset="0"/>
              </a:rPr>
              <a:t>4. Yeniden düzenleme ve döşemeye gücünüz yeter mi?</a:t>
            </a:r>
          </a:p>
          <a:p>
            <a:pPr algn="l"/>
            <a:endParaRPr lang="tr-TR" dirty="0"/>
          </a:p>
        </p:txBody>
      </p:sp>
      <p:sp>
        <p:nvSpPr>
          <p:cNvPr id="4" name="İçerik Yer Tutucusu 3">
            <a:extLst>
              <a:ext uri="{FF2B5EF4-FFF2-40B4-BE49-F238E27FC236}">
                <a16:creationId xmlns:a16="http://schemas.microsoft.com/office/drawing/2014/main" id="{F92D7806-909F-C06C-53C3-E175257AC271}"/>
              </a:ext>
            </a:extLst>
          </p:cNvPr>
          <p:cNvSpPr>
            <a:spLocks noGrp="1"/>
          </p:cNvSpPr>
          <p:nvPr>
            <p:ph sz="half" idx="2"/>
          </p:nvPr>
        </p:nvSpPr>
        <p:spPr/>
        <p:txBody>
          <a:bodyPr>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tr-TR"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5. Kiralıyor musunuz, satın almıyor musunuz?</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tr-TR"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6. İhtiyaç duyduğunuzda, kiralamadan vazgeçip satın almayı düşünür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tr-TR"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müsünüz?</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tr-TR"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7. Park imkânı var mı?</a:t>
            </a:r>
            <a:endParaRPr lang="tr-TR" dirty="0"/>
          </a:p>
        </p:txBody>
      </p:sp>
    </p:spTree>
    <p:extLst>
      <p:ext uri="{BB962C8B-B14F-4D97-AF65-F5344CB8AC3E}">
        <p14:creationId xmlns:p14="http://schemas.microsoft.com/office/powerpoint/2010/main" val="42628440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D789686-65D8-6EFA-642E-7699EF3B89FE}"/>
              </a:ext>
            </a:extLst>
          </p:cNvPr>
          <p:cNvSpPr>
            <a:spLocks noGrp="1"/>
          </p:cNvSpPr>
          <p:nvPr>
            <p:ph type="title"/>
          </p:nvPr>
        </p:nvSpPr>
        <p:spPr/>
        <p:txBody>
          <a:bodyPr/>
          <a:lstStyle/>
          <a:p>
            <a:r>
              <a:rPr lang="tr-TR" sz="4400" b="0" i="1" u="none" strike="noStrike" baseline="0" dirty="0">
                <a:solidFill>
                  <a:srgbClr val="984705"/>
                </a:solidFill>
                <a:latin typeface="Calibri-Italic"/>
              </a:rPr>
              <a:t>İyi tedarikçileriniz var mı?</a:t>
            </a:r>
            <a:endParaRPr lang="tr-TR" dirty="0"/>
          </a:p>
        </p:txBody>
      </p:sp>
      <p:sp>
        <p:nvSpPr>
          <p:cNvPr id="3" name="İçerik Yer Tutucusu 2">
            <a:extLst>
              <a:ext uri="{FF2B5EF4-FFF2-40B4-BE49-F238E27FC236}">
                <a16:creationId xmlns:a16="http://schemas.microsoft.com/office/drawing/2014/main" id="{061DC65A-C7E2-E522-359E-D11F50874965}"/>
              </a:ext>
            </a:extLst>
          </p:cNvPr>
          <p:cNvSpPr>
            <a:spLocks noGrp="1"/>
          </p:cNvSpPr>
          <p:nvPr>
            <p:ph sz="half" idx="1"/>
          </p:nvPr>
        </p:nvSpPr>
        <p:spPr/>
        <p:txBody>
          <a:bodyPr>
            <a:normAutofit fontScale="92500" lnSpcReduction="10000"/>
          </a:bodyPr>
          <a:lstStyle/>
          <a:p>
            <a:pPr algn="l"/>
            <a:r>
              <a:rPr lang="tr-TR" sz="2800" b="0" i="0" u="none" strike="noStrike" baseline="0" dirty="0">
                <a:latin typeface="Calibri" panose="020F0502020204030204" pitchFamily="34" charset="0"/>
              </a:rPr>
              <a:t>1. Ürün ya da hizmet çeşitleriniz var mı?</a:t>
            </a:r>
          </a:p>
          <a:p>
            <a:pPr algn="l"/>
            <a:r>
              <a:rPr lang="tr-TR" sz="2800" b="0" i="0" u="none" strike="noStrike" baseline="0" dirty="0">
                <a:latin typeface="Calibri" panose="020F0502020204030204" pitchFamily="34" charset="0"/>
              </a:rPr>
              <a:t>2. Ne kadar stok bulundurmanız gerektiğini biliyor musunuz?</a:t>
            </a:r>
          </a:p>
          <a:p>
            <a:pPr algn="l"/>
            <a:r>
              <a:rPr lang="tr-TR" sz="2800" b="0" i="0" u="none" strike="noStrike" baseline="0" dirty="0">
                <a:latin typeface="Calibri" panose="020F0502020204030204" pitchFamily="34" charset="0"/>
              </a:rPr>
              <a:t>3. Bütün ihtiyaçlarınızı karşılayabilecek tedarikçileriniz var mı?</a:t>
            </a:r>
          </a:p>
          <a:p>
            <a:pPr algn="l"/>
            <a:r>
              <a:rPr lang="tr-TR" sz="2800" b="0" i="0" u="none" strike="noStrike" baseline="0" dirty="0">
                <a:latin typeface="Calibri" panose="020F0502020204030204" pitchFamily="34" charset="0"/>
              </a:rPr>
              <a:t>4. Müşterilerinizin fikirlerini kontrol ettiniz mi?</a:t>
            </a:r>
          </a:p>
          <a:p>
            <a:pPr algn="l"/>
            <a:r>
              <a:rPr lang="tr-TR" sz="2800" b="0" i="0" u="none" strike="noStrike" baseline="0" dirty="0">
                <a:latin typeface="Calibri" panose="020F0502020204030204" pitchFamily="34" charset="0"/>
              </a:rPr>
              <a:t>5. Rakiplerinizin kimler olduğunu tespit ettiniz mi?</a:t>
            </a:r>
            <a:endParaRPr lang="tr-TR" dirty="0"/>
          </a:p>
        </p:txBody>
      </p:sp>
      <p:sp>
        <p:nvSpPr>
          <p:cNvPr id="4" name="İçerik Yer Tutucusu 3">
            <a:extLst>
              <a:ext uri="{FF2B5EF4-FFF2-40B4-BE49-F238E27FC236}">
                <a16:creationId xmlns:a16="http://schemas.microsoft.com/office/drawing/2014/main" id="{4868ED49-327C-F758-0D46-D30C93027D6F}"/>
              </a:ext>
            </a:extLst>
          </p:cNvPr>
          <p:cNvSpPr>
            <a:spLocks noGrp="1"/>
          </p:cNvSpPr>
          <p:nvPr>
            <p:ph sz="half" idx="2"/>
          </p:nvPr>
        </p:nvSpPr>
        <p:spPr/>
        <p:txBody>
          <a:bodyPr>
            <a:normAutofit fontScale="92500" lnSpcReduction="10000"/>
          </a:bodyPr>
          <a:lstStyle/>
          <a:p>
            <a:endParaRPr lang="tr-TR"/>
          </a:p>
        </p:txBody>
      </p:sp>
    </p:spTree>
    <p:extLst>
      <p:ext uri="{BB962C8B-B14F-4D97-AF65-F5344CB8AC3E}">
        <p14:creationId xmlns:p14="http://schemas.microsoft.com/office/powerpoint/2010/main" val="19528581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62CFF6B-5465-ADCB-C5B1-281D7BDEE876}"/>
              </a:ext>
            </a:extLst>
          </p:cNvPr>
          <p:cNvSpPr>
            <a:spLocks noGrp="1"/>
          </p:cNvSpPr>
          <p:nvPr>
            <p:ph type="title"/>
          </p:nvPr>
        </p:nvSpPr>
        <p:spPr/>
        <p:txBody>
          <a:bodyPr/>
          <a:lstStyle/>
          <a:p>
            <a:r>
              <a:rPr lang="tr-TR" sz="4400" b="0" i="1" u="none" strike="noStrike" baseline="0" dirty="0">
                <a:solidFill>
                  <a:srgbClr val="984705"/>
                </a:solidFill>
                <a:latin typeface="Calibri-Italic"/>
              </a:rPr>
              <a:t>Uygun dokümanları </a:t>
            </a:r>
            <a:r>
              <a:rPr lang="tr-TR" sz="4800" b="0" i="1" u="none" strike="noStrike" baseline="0" dirty="0">
                <a:solidFill>
                  <a:srgbClr val="984705"/>
                </a:solidFill>
                <a:latin typeface="Calibri-Italic"/>
              </a:rPr>
              <a:t>hazırladınız mı?</a:t>
            </a:r>
            <a:endParaRPr lang="tr-TR" dirty="0"/>
          </a:p>
        </p:txBody>
      </p:sp>
      <p:sp>
        <p:nvSpPr>
          <p:cNvPr id="3" name="İçerik Yer Tutucusu 2">
            <a:extLst>
              <a:ext uri="{FF2B5EF4-FFF2-40B4-BE49-F238E27FC236}">
                <a16:creationId xmlns:a16="http://schemas.microsoft.com/office/drawing/2014/main" id="{79148757-336A-BAB7-2982-F1CFE554A434}"/>
              </a:ext>
            </a:extLst>
          </p:cNvPr>
          <p:cNvSpPr>
            <a:spLocks noGrp="1"/>
          </p:cNvSpPr>
          <p:nvPr>
            <p:ph sz="half" idx="1"/>
          </p:nvPr>
        </p:nvSpPr>
        <p:spPr/>
        <p:txBody>
          <a:bodyPr>
            <a:normAutofit fontScale="92500" lnSpcReduction="10000"/>
          </a:bodyPr>
          <a:lstStyle/>
          <a:p>
            <a:pPr algn="l"/>
            <a:r>
              <a:rPr lang="tr-TR" sz="2800" b="0" i="0" u="none" strike="noStrike" baseline="0" dirty="0">
                <a:latin typeface="Calibri" panose="020F0502020204030204" pitchFamily="34" charset="0"/>
              </a:rPr>
              <a:t>1. Maliyetlerinizi, satışlarınızı hesapladınız mı?</a:t>
            </a:r>
          </a:p>
          <a:p>
            <a:pPr algn="l"/>
            <a:r>
              <a:rPr lang="tr-TR" sz="2800" b="0" i="0" u="none" strike="noStrike" baseline="0" dirty="0">
                <a:latin typeface="Calibri" panose="020F0502020204030204" pitchFamily="34" charset="0"/>
              </a:rPr>
              <a:t>2. Ödenecek faturaları, vadesi gelmiş hesaplarınızı biliyor musunuz?</a:t>
            </a:r>
          </a:p>
          <a:p>
            <a:pPr algn="l"/>
            <a:r>
              <a:rPr lang="tr-TR" sz="2800" b="0" i="0" u="none" strike="noStrike" baseline="0" dirty="0">
                <a:latin typeface="Calibri" panose="020F0502020204030204" pitchFamily="34" charset="0"/>
              </a:rPr>
              <a:t>3. Aylık karınızı ve zararınızı biliyor musunuz?</a:t>
            </a:r>
          </a:p>
          <a:p>
            <a:pPr algn="l"/>
            <a:r>
              <a:rPr lang="tr-TR" sz="2800" b="0" i="0" u="none" strike="noStrike" baseline="0" dirty="0">
                <a:latin typeface="Calibri" panose="020F0502020204030204" pitchFamily="34" charset="0"/>
              </a:rPr>
              <a:t>4. Çalışanlara ödemeniz gereken miktarı ve stopajları ödeyebilecek misiniz?</a:t>
            </a:r>
          </a:p>
          <a:p>
            <a:pPr algn="l"/>
            <a:r>
              <a:rPr lang="tr-TR" sz="2800" b="0" i="0" u="none" strike="noStrike" baseline="0" dirty="0">
                <a:latin typeface="Calibri" panose="020F0502020204030204" pitchFamily="34" charset="0"/>
              </a:rPr>
              <a:t>5. Bir muhasebeciniz var mı?</a:t>
            </a:r>
            <a:endParaRPr lang="tr-TR" dirty="0"/>
          </a:p>
        </p:txBody>
      </p:sp>
      <p:sp>
        <p:nvSpPr>
          <p:cNvPr id="4" name="İçerik Yer Tutucusu 3">
            <a:extLst>
              <a:ext uri="{FF2B5EF4-FFF2-40B4-BE49-F238E27FC236}">
                <a16:creationId xmlns:a16="http://schemas.microsoft.com/office/drawing/2014/main" id="{686063C0-0756-0DCD-0986-6F3FA38C764B}"/>
              </a:ext>
            </a:extLst>
          </p:cNvPr>
          <p:cNvSpPr>
            <a:spLocks noGrp="1"/>
          </p:cNvSpPr>
          <p:nvPr>
            <p:ph sz="half" idx="2"/>
          </p:nvPr>
        </p:nvSpPr>
        <p:spPr/>
        <p:txBody>
          <a:bodyPr>
            <a:normAutofit fontScale="92500" lnSpcReduction="10000"/>
          </a:bodyPr>
          <a:lstStyle/>
          <a:p>
            <a:endParaRPr lang="tr-TR"/>
          </a:p>
        </p:txBody>
      </p:sp>
    </p:spTree>
    <p:extLst>
      <p:ext uri="{BB962C8B-B14F-4D97-AF65-F5344CB8AC3E}">
        <p14:creationId xmlns:p14="http://schemas.microsoft.com/office/powerpoint/2010/main" val="40057741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8379DA9-8B77-A5E9-D5A9-F7D56AB9BF86}"/>
              </a:ext>
            </a:extLst>
          </p:cNvPr>
          <p:cNvSpPr>
            <a:spLocks noGrp="1"/>
          </p:cNvSpPr>
          <p:nvPr>
            <p:ph type="title"/>
          </p:nvPr>
        </p:nvSpPr>
        <p:spPr/>
        <p:txBody>
          <a:bodyPr/>
          <a:lstStyle/>
          <a:p>
            <a:r>
              <a:rPr lang="tr-TR" sz="4400" b="0" i="1" u="none" strike="noStrike" baseline="0" dirty="0">
                <a:solidFill>
                  <a:srgbClr val="984705"/>
                </a:solidFill>
                <a:latin typeface="Calibri-Italic"/>
              </a:rPr>
              <a:t>Kişisel geliriniz ne kadar?</a:t>
            </a:r>
            <a:endParaRPr lang="tr-TR" dirty="0"/>
          </a:p>
        </p:txBody>
      </p:sp>
      <p:sp>
        <p:nvSpPr>
          <p:cNvPr id="3" name="İçerik Yer Tutucusu 2">
            <a:extLst>
              <a:ext uri="{FF2B5EF4-FFF2-40B4-BE49-F238E27FC236}">
                <a16:creationId xmlns:a16="http://schemas.microsoft.com/office/drawing/2014/main" id="{3C3771F3-318E-89D0-2275-3A9CDABB4FC9}"/>
              </a:ext>
            </a:extLst>
          </p:cNvPr>
          <p:cNvSpPr>
            <a:spLocks noGrp="1"/>
          </p:cNvSpPr>
          <p:nvPr>
            <p:ph sz="half" idx="1"/>
          </p:nvPr>
        </p:nvSpPr>
        <p:spPr/>
        <p:txBody>
          <a:bodyPr>
            <a:normAutofit lnSpcReduction="10000"/>
          </a:bodyPr>
          <a:lstStyle/>
          <a:p>
            <a:pPr algn="l"/>
            <a:r>
              <a:rPr lang="sv-SE" sz="2800" b="0" i="0" u="none" strike="noStrike" baseline="0" dirty="0">
                <a:latin typeface="Calibri" panose="020F0502020204030204" pitchFamily="34" charset="0"/>
              </a:rPr>
              <a:t>1. Bankada nakdiniz var mı?</a:t>
            </a:r>
          </a:p>
          <a:p>
            <a:pPr algn="l"/>
            <a:r>
              <a:rPr lang="tr-TR" sz="2800" b="0" i="0" u="none" strike="noStrike" baseline="0" dirty="0">
                <a:latin typeface="Calibri" panose="020F0502020204030204" pitchFamily="34" charset="0"/>
              </a:rPr>
              <a:t>2. Başka geliriniz var mı?</a:t>
            </a:r>
          </a:p>
          <a:p>
            <a:pPr algn="l"/>
            <a:r>
              <a:rPr lang="tr-TR" sz="2800" b="0" i="0" u="none" strike="noStrike" baseline="0" dirty="0">
                <a:latin typeface="Calibri" panose="020F0502020204030204" pitchFamily="34" charset="0"/>
              </a:rPr>
              <a:t>3. Eşinizin geliri var mı?</a:t>
            </a:r>
          </a:p>
          <a:p>
            <a:pPr algn="l"/>
            <a:r>
              <a:rPr lang="tr-TR" sz="2800" b="0" i="0" u="none" strike="noStrike" baseline="0" dirty="0">
                <a:latin typeface="Calibri" panose="020F0502020204030204" pitchFamily="34" charset="0"/>
              </a:rPr>
              <a:t>4. Toplam ihtiyacınızı biliyor musunuz?</a:t>
            </a:r>
          </a:p>
          <a:p>
            <a:pPr algn="l"/>
            <a:r>
              <a:rPr lang="tr-TR" sz="2800" b="0" i="0" u="none" strike="noStrike" baseline="0" dirty="0">
                <a:latin typeface="Calibri" panose="020F0502020204030204" pitchFamily="34" charset="0"/>
              </a:rPr>
              <a:t>5. Bu ihtiyaçları karşılayabilecek miktarda geliriniz var mı?</a:t>
            </a:r>
          </a:p>
          <a:p>
            <a:pPr algn="l"/>
            <a:r>
              <a:rPr lang="tr-TR" sz="2800" b="0" i="0" u="none" strike="noStrike" baseline="0" dirty="0">
                <a:latin typeface="Calibri" panose="020F0502020204030204" pitchFamily="34" charset="0"/>
              </a:rPr>
              <a:t>6. İşinizin ne zaman kâr getireceğini biliyor musunuz?</a:t>
            </a:r>
            <a:endParaRPr lang="tr-TR" dirty="0"/>
          </a:p>
        </p:txBody>
      </p:sp>
      <p:sp>
        <p:nvSpPr>
          <p:cNvPr id="4" name="İçerik Yer Tutucusu 3">
            <a:extLst>
              <a:ext uri="{FF2B5EF4-FFF2-40B4-BE49-F238E27FC236}">
                <a16:creationId xmlns:a16="http://schemas.microsoft.com/office/drawing/2014/main" id="{CF7340E8-98AF-5137-0A41-46F2D1670B01}"/>
              </a:ext>
            </a:extLst>
          </p:cNvPr>
          <p:cNvSpPr>
            <a:spLocks noGrp="1"/>
          </p:cNvSpPr>
          <p:nvPr>
            <p:ph sz="half" idx="2"/>
          </p:nvPr>
        </p:nvSpPr>
        <p:spPr/>
        <p:txBody>
          <a:bodyPr>
            <a:normAutofit lnSpcReduction="10000"/>
          </a:bodyPr>
          <a:lstStyle/>
          <a:p>
            <a:pPr algn="l"/>
            <a:r>
              <a:rPr lang="tr-TR" sz="2800" b="0" i="0" u="none" strike="noStrike" baseline="0" dirty="0">
                <a:latin typeface="Calibri" panose="020F0502020204030204" pitchFamily="34" charset="0"/>
              </a:rPr>
              <a:t>7. O zamana kadar kişisel ihtiyaçlarınızı karşılayabilecek misiniz?</a:t>
            </a:r>
          </a:p>
          <a:p>
            <a:pPr algn="l"/>
            <a:r>
              <a:rPr lang="tr-TR" sz="2800" b="0" i="0" u="none" strike="noStrike" baseline="0" dirty="0">
                <a:latin typeface="Calibri" panose="020F0502020204030204" pitchFamily="34" charset="0"/>
              </a:rPr>
              <a:t>8. Acil (para ihtiyacını karşılayacak) planınız var mı?</a:t>
            </a:r>
          </a:p>
          <a:p>
            <a:pPr algn="l"/>
            <a:r>
              <a:rPr lang="tr-TR" sz="2800" b="0" i="0" u="none" strike="noStrike" baseline="0" dirty="0">
                <a:latin typeface="Calibri" panose="020F0502020204030204" pitchFamily="34" charset="0"/>
              </a:rPr>
              <a:t>9. Başarısızlığı finansal olarak kaldırabilecek gücünüz var mı?</a:t>
            </a:r>
          </a:p>
          <a:p>
            <a:pPr algn="l"/>
            <a:r>
              <a:rPr lang="it-IT" sz="2800" b="0" i="0" u="none" strike="noStrike" baseline="0" dirty="0">
                <a:latin typeface="Calibri" panose="020F0502020204030204" pitchFamily="34" charset="0"/>
              </a:rPr>
              <a:t>10. Hiç iflas ettiniz mi?</a:t>
            </a:r>
          </a:p>
          <a:p>
            <a:pPr algn="l"/>
            <a:r>
              <a:rPr lang="tr-TR" sz="2800" b="0" i="0" u="none" strike="noStrike" baseline="0" dirty="0">
                <a:latin typeface="Calibri" panose="020F0502020204030204" pitchFamily="34" charset="0"/>
              </a:rPr>
              <a:t>11. İşiniz hakkında herhangi bir bankacı ile görüştünüz mü?</a:t>
            </a:r>
            <a:endParaRPr lang="tr-TR" dirty="0"/>
          </a:p>
        </p:txBody>
      </p:sp>
    </p:spTree>
    <p:extLst>
      <p:ext uri="{BB962C8B-B14F-4D97-AF65-F5344CB8AC3E}">
        <p14:creationId xmlns:p14="http://schemas.microsoft.com/office/powerpoint/2010/main" val="3297547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C533167F-D65E-CAF3-60FB-D9290F4DAE9C}"/>
              </a:ext>
            </a:extLst>
          </p:cNvPr>
          <p:cNvSpPr>
            <a:spLocks noGrp="1"/>
          </p:cNvSpPr>
          <p:nvPr>
            <p:ph sz="half" idx="1"/>
          </p:nvPr>
        </p:nvSpPr>
        <p:spPr>
          <a:xfrm>
            <a:off x="838200" y="994611"/>
            <a:ext cx="5181600" cy="5182352"/>
          </a:xfrm>
        </p:spPr>
        <p:txBody>
          <a:bodyPr>
            <a:normAutofit fontScale="92500" lnSpcReduction="10000"/>
          </a:bodyPr>
          <a:lstStyle/>
          <a:p>
            <a:pPr algn="l"/>
            <a:r>
              <a:rPr lang="tr-TR" sz="2800" b="0" i="0" u="none" strike="noStrike" baseline="0" dirty="0">
                <a:latin typeface="Calibri" panose="020F0502020204030204" pitchFamily="34" charset="0"/>
              </a:rPr>
              <a:t>Bu soruların hepsine olumlu bir şekilde cevap verebildinizse başarı şansınız çok iyi. </a:t>
            </a:r>
          </a:p>
          <a:p>
            <a:pPr algn="l"/>
            <a:r>
              <a:rPr lang="tr-TR" sz="2800" b="0" i="0" u="none" strike="noStrike" baseline="0" dirty="0">
                <a:latin typeface="Calibri" panose="020F0502020204030204" pitchFamily="34" charset="0"/>
              </a:rPr>
              <a:t>Fakat hâlen sizin kontrolünüz dışındaki şartlardan dolayı başarısız olma ihtimaliniz var. </a:t>
            </a:r>
          </a:p>
          <a:p>
            <a:pPr algn="l"/>
            <a:r>
              <a:rPr lang="tr-TR" sz="2800" b="0" i="0" u="none" strike="noStrike" baseline="0" dirty="0">
                <a:latin typeface="Calibri" panose="020F0502020204030204" pitchFamily="34" charset="0"/>
              </a:rPr>
              <a:t>Örneğin, yeni rakiplerin ortaya çıkması ve rekabetin yoğunlaşması, maliyetlerdeki artışlar, talepteki düşüş, aleyhte çıkan yeni kanunlar, sendika faaliyetleri, sağlık problemleri ve diğer zorluklar. Bunların hepsi almanız gereken risklerdir.</a:t>
            </a:r>
            <a:endParaRPr lang="tr-TR" dirty="0"/>
          </a:p>
        </p:txBody>
      </p:sp>
      <p:sp>
        <p:nvSpPr>
          <p:cNvPr id="4" name="İçerik Yer Tutucusu 3">
            <a:extLst>
              <a:ext uri="{FF2B5EF4-FFF2-40B4-BE49-F238E27FC236}">
                <a16:creationId xmlns:a16="http://schemas.microsoft.com/office/drawing/2014/main" id="{ED0CB98E-338E-5878-7202-5493537D6D82}"/>
              </a:ext>
            </a:extLst>
          </p:cNvPr>
          <p:cNvSpPr>
            <a:spLocks noGrp="1"/>
          </p:cNvSpPr>
          <p:nvPr>
            <p:ph sz="half" idx="2"/>
          </p:nvPr>
        </p:nvSpPr>
        <p:spPr>
          <a:xfrm>
            <a:off x="6172200" y="994611"/>
            <a:ext cx="5181600" cy="5182352"/>
          </a:xfrm>
        </p:spPr>
        <p:txBody>
          <a:bodyPr>
            <a:normAutofit fontScale="92500" lnSpcReduction="10000"/>
          </a:bodyPr>
          <a:lstStyle/>
          <a:p>
            <a:pPr algn="l"/>
            <a:r>
              <a:rPr lang="tr-TR" sz="2800" b="0" i="0" u="none" strike="noStrike" baseline="0" dirty="0">
                <a:latin typeface="Calibri" panose="020F0502020204030204" pitchFamily="34" charset="0"/>
              </a:rPr>
              <a:t>Eğer bu sorulara olumsuz cevap verdinizse veya birkaç soru hakkında bile menfi düşünüyorsanız başarısız olma ihtimaliniz oransal olarak artacaktır.</a:t>
            </a:r>
          </a:p>
          <a:p>
            <a:pPr algn="l"/>
            <a:r>
              <a:rPr lang="tr-TR" sz="2800" b="0" i="0" u="none" strike="noStrike" baseline="0" dirty="0">
                <a:latin typeface="Calibri" panose="020F0502020204030204" pitchFamily="34" charset="0"/>
              </a:rPr>
              <a:t>Bunları düzeltmek ve kendinizi korumak için planlar yapın. En azından erken uyarılmış ve hazırlık yapmış olursunuz ve sürprizlerle karşılaşmazsınız.</a:t>
            </a:r>
            <a:endParaRPr lang="tr-TR" dirty="0"/>
          </a:p>
        </p:txBody>
      </p:sp>
    </p:spTree>
    <p:extLst>
      <p:ext uri="{BB962C8B-B14F-4D97-AF65-F5344CB8AC3E}">
        <p14:creationId xmlns:p14="http://schemas.microsoft.com/office/powerpoint/2010/main" val="5174184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6631073-B097-FB12-C481-8F46668BF2BE}"/>
              </a:ext>
            </a:extLst>
          </p:cNvPr>
          <p:cNvSpPr>
            <a:spLocks noGrp="1"/>
          </p:cNvSpPr>
          <p:nvPr>
            <p:ph type="title"/>
          </p:nvPr>
        </p:nvSpPr>
        <p:spPr/>
        <p:txBody>
          <a:bodyPr/>
          <a:lstStyle/>
          <a:p>
            <a:r>
              <a:rPr lang="tr-TR" sz="4400" b="0" i="0" u="none" strike="noStrike" baseline="0" dirty="0">
                <a:latin typeface="Calibri" panose="020F0502020204030204" pitchFamily="34" charset="0"/>
              </a:rPr>
              <a:t>İş alanları genel olarak şu şekilde gruplanabilir:</a:t>
            </a:r>
            <a:endParaRPr lang="tr-TR" dirty="0"/>
          </a:p>
        </p:txBody>
      </p:sp>
      <p:sp>
        <p:nvSpPr>
          <p:cNvPr id="3" name="İçerik Yer Tutucusu 2">
            <a:extLst>
              <a:ext uri="{FF2B5EF4-FFF2-40B4-BE49-F238E27FC236}">
                <a16:creationId xmlns:a16="http://schemas.microsoft.com/office/drawing/2014/main" id="{57965D66-7209-1E96-C08C-87688043695C}"/>
              </a:ext>
            </a:extLst>
          </p:cNvPr>
          <p:cNvSpPr>
            <a:spLocks noGrp="1"/>
          </p:cNvSpPr>
          <p:nvPr>
            <p:ph sz="half" idx="1"/>
          </p:nvPr>
        </p:nvSpPr>
        <p:spPr/>
        <p:txBody>
          <a:bodyPr>
            <a:normAutofit lnSpcReduction="10000"/>
          </a:bodyPr>
          <a:lstStyle/>
          <a:p>
            <a:pPr algn="l"/>
            <a:r>
              <a:rPr lang="tr-TR" sz="2800" b="0" i="1" u="none" strike="noStrike" baseline="0" dirty="0">
                <a:solidFill>
                  <a:srgbClr val="994806"/>
                </a:solidFill>
                <a:latin typeface="Calibri-Italic"/>
              </a:rPr>
              <a:t>Ticaret: </a:t>
            </a:r>
            <a:r>
              <a:rPr lang="tr-TR" sz="2800" b="0" i="0" u="none" strike="noStrike" baseline="0" dirty="0">
                <a:solidFill>
                  <a:srgbClr val="000000"/>
                </a:solidFill>
                <a:latin typeface="Calibri" panose="020F0502020204030204" pitchFamily="34" charset="0"/>
              </a:rPr>
              <a:t>Tüketim malları, endüstriyel ham madde ve yarı mamuller, tarımsal girdiler, çeşitli araç-gereç, eşyalar, vb. ile perakendecilik, toptancılık, bayilik, temsilcilik.</a:t>
            </a:r>
          </a:p>
          <a:p>
            <a:pPr algn="l"/>
            <a:r>
              <a:rPr lang="tr-TR" sz="2800" b="0" i="1" u="none" strike="noStrike" baseline="0" dirty="0">
                <a:solidFill>
                  <a:srgbClr val="994806"/>
                </a:solidFill>
                <a:latin typeface="Calibri-Italic"/>
              </a:rPr>
              <a:t>İmalat</a:t>
            </a:r>
            <a:r>
              <a:rPr lang="tr-TR" sz="2800" b="0" i="0" u="none" strike="noStrike" baseline="0" dirty="0">
                <a:solidFill>
                  <a:srgbClr val="000000"/>
                </a:solidFill>
                <a:latin typeface="Calibri" panose="020F0502020204030204" pitchFamily="34" charset="0"/>
              </a:rPr>
              <a:t>: Konfeksiyon, briket, tuğla, plastik veya beton boru, kolektör, elektrik gereçleri, ayakkabı, alet-edevat, mermer, salça, gıda ürünleri, ağaç işleri, vb.</a:t>
            </a:r>
            <a:endParaRPr lang="tr-TR" dirty="0"/>
          </a:p>
        </p:txBody>
      </p:sp>
      <p:sp>
        <p:nvSpPr>
          <p:cNvPr id="4" name="İçerik Yer Tutucusu 3">
            <a:extLst>
              <a:ext uri="{FF2B5EF4-FFF2-40B4-BE49-F238E27FC236}">
                <a16:creationId xmlns:a16="http://schemas.microsoft.com/office/drawing/2014/main" id="{CC26DAC6-FD18-B823-1B96-FA25303BE24D}"/>
              </a:ext>
            </a:extLst>
          </p:cNvPr>
          <p:cNvSpPr>
            <a:spLocks noGrp="1"/>
          </p:cNvSpPr>
          <p:nvPr>
            <p:ph sz="half" idx="2"/>
          </p:nvPr>
        </p:nvSpPr>
        <p:spPr/>
        <p:txBody>
          <a:bodyPr>
            <a:normAutofit lnSpcReduction="10000"/>
          </a:bodyPr>
          <a:lstStyle/>
          <a:p>
            <a:pPr algn="l"/>
            <a:r>
              <a:rPr lang="tr-TR" sz="2800" b="0" i="1" u="none" strike="noStrike" baseline="0" dirty="0">
                <a:solidFill>
                  <a:srgbClr val="994806"/>
                </a:solidFill>
                <a:latin typeface="Calibri-Italic"/>
              </a:rPr>
              <a:t>Tarım ve Hayvancılık: </a:t>
            </a:r>
            <a:r>
              <a:rPr lang="tr-TR" sz="2800" b="0" i="0" u="none" strike="noStrike" baseline="0" dirty="0">
                <a:solidFill>
                  <a:srgbClr val="000000"/>
                </a:solidFill>
                <a:latin typeface="Calibri" panose="020F0502020204030204" pitchFamily="34" charset="0"/>
              </a:rPr>
              <a:t>Seracılık, meyve-sebze üretimi, un, yem, kesimhane, besicilik, tarımsal ilaç, tohum, gübre vb.</a:t>
            </a:r>
          </a:p>
          <a:p>
            <a:pPr algn="l"/>
            <a:r>
              <a:rPr lang="tr-TR" sz="2800" b="0" i="1" u="none" strike="noStrike" baseline="0" dirty="0">
                <a:solidFill>
                  <a:srgbClr val="994806"/>
                </a:solidFill>
                <a:latin typeface="Calibri-Italic"/>
              </a:rPr>
              <a:t>Hizmet: </a:t>
            </a:r>
            <a:r>
              <a:rPr lang="tr-TR" sz="2800" b="0" i="0" u="none" strike="noStrike" baseline="0" dirty="0">
                <a:solidFill>
                  <a:srgbClr val="000000"/>
                </a:solidFill>
                <a:latin typeface="Calibri" panose="020F0502020204030204" pitchFamily="34" charset="0"/>
              </a:rPr>
              <a:t>Otel, lokanta, tamir, bakım onarım, sigortacılık, taşımacılık</a:t>
            </a:r>
            <a:r>
              <a:rPr lang="tr-TR" sz="2800" b="0" i="0" u="none" strike="noStrike" baseline="0">
                <a:solidFill>
                  <a:srgbClr val="000000"/>
                </a:solidFill>
                <a:latin typeface="Calibri" panose="020F0502020204030204" pitchFamily="34" charset="0"/>
              </a:rPr>
              <a:t>, tur işletmeciliği</a:t>
            </a:r>
            <a:r>
              <a:rPr lang="tr-TR" sz="2800" b="0" i="0" u="none" strike="noStrike" baseline="0" dirty="0">
                <a:solidFill>
                  <a:srgbClr val="000000"/>
                </a:solidFill>
                <a:latin typeface="Calibri" panose="020F0502020204030204" pitchFamily="34" charset="0"/>
              </a:rPr>
              <a:t>, soğuk depo işletmeciliği, mühendislik, danışmanlık vb.</a:t>
            </a:r>
            <a:endParaRPr lang="tr-TR" dirty="0"/>
          </a:p>
        </p:txBody>
      </p:sp>
    </p:spTree>
    <p:extLst>
      <p:ext uri="{BB962C8B-B14F-4D97-AF65-F5344CB8AC3E}">
        <p14:creationId xmlns:p14="http://schemas.microsoft.com/office/powerpoint/2010/main" val="4192789915"/>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168</TotalTime>
  <Words>2528</Words>
  <Application>Microsoft Office PowerPoint</Application>
  <PresentationFormat>Geniş ekran</PresentationFormat>
  <Paragraphs>208</Paragraphs>
  <Slides>30</Slides>
  <Notes>0</Notes>
  <HiddenSlides>0</HiddenSlides>
  <MMClips>0</MMClips>
  <ScaleCrop>false</ScaleCrop>
  <HeadingPairs>
    <vt:vector size="6" baseType="variant">
      <vt:variant>
        <vt:lpstr>Kullanılan Yazı Tipleri</vt:lpstr>
      </vt:variant>
      <vt:variant>
        <vt:i4>7</vt:i4>
      </vt:variant>
      <vt:variant>
        <vt:lpstr>Tema</vt:lpstr>
      </vt:variant>
      <vt:variant>
        <vt:i4>1</vt:i4>
      </vt:variant>
      <vt:variant>
        <vt:lpstr>Slayt Başlıkları</vt:lpstr>
      </vt:variant>
      <vt:variant>
        <vt:i4>30</vt:i4>
      </vt:variant>
    </vt:vector>
  </HeadingPairs>
  <TitlesOfParts>
    <vt:vector size="38" baseType="lpstr">
      <vt:lpstr>Aptos</vt:lpstr>
      <vt:lpstr>Aptos Display</vt:lpstr>
      <vt:lpstr>Arial</vt:lpstr>
      <vt:lpstr>Calibri</vt:lpstr>
      <vt:lpstr>Calibri-Bold</vt:lpstr>
      <vt:lpstr>Calibri-Italic</vt:lpstr>
      <vt:lpstr>Symbol</vt:lpstr>
      <vt:lpstr>Office Teması</vt:lpstr>
      <vt:lpstr>Girişimcilik</vt:lpstr>
      <vt:lpstr>PowerPoint Sunusu</vt:lpstr>
      <vt:lpstr>İşletme kuruluşu</vt:lpstr>
      <vt:lpstr>Neden iş kurmak isteriz?</vt:lpstr>
      <vt:lpstr>PowerPoint Sunusu</vt:lpstr>
      <vt:lpstr>İŞLETME KURULUŞ AŞAMALARI</vt:lpstr>
      <vt:lpstr>PowerPoint Sunusu</vt:lpstr>
      <vt:lpstr>Bu aşamalar şunlardır:</vt:lpstr>
      <vt:lpstr>İŞ KURMA SÜRECİ</vt:lpstr>
      <vt:lpstr>Yeni İş Fikri Kaynakları</vt:lpstr>
      <vt:lpstr>PowerPoint Sunusu</vt:lpstr>
      <vt:lpstr>Ürün Planlama ve Geliştirme Süreci</vt:lpstr>
      <vt:lpstr>PowerPoint Sunusu</vt:lpstr>
      <vt:lpstr>PowerPoint Sunusu</vt:lpstr>
      <vt:lpstr>İşletme Sahiplik Şeklinin Seçimi</vt:lpstr>
      <vt:lpstr>PowerPoint Sunusu</vt:lpstr>
      <vt:lpstr>PowerPoint Sunusu</vt:lpstr>
      <vt:lpstr>PowerPoint Sunusu</vt:lpstr>
      <vt:lpstr>Yeni İş Kurma</vt:lpstr>
      <vt:lpstr>BAŞLANGIÇ SORULARI Niçin bu işe başlamak istiyorsunuz? (Evet Hayır)</vt:lpstr>
      <vt:lpstr>İŞE BAŞLAMA SORULARI</vt:lpstr>
      <vt:lpstr>Eğitiminiz ve geçmiş deneyiminiz işe uygun mu?</vt:lpstr>
      <vt:lpstr>Muhtemel müşterileriniz sizin mal ya da hizmetinizi istiyorlar mı?</vt:lpstr>
      <vt:lpstr>Yasal problemleriniz var mı?</vt:lpstr>
      <vt:lpstr>İyi bir kuruluş yeriniz var mı?</vt:lpstr>
      <vt:lpstr>İyi tedarikçileriniz var mı?</vt:lpstr>
      <vt:lpstr>Uygun dokümanları hazırladınız mı?</vt:lpstr>
      <vt:lpstr>Kişisel geliriniz ne kadar?</vt:lpstr>
      <vt:lpstr>PowerPoint Sunusu</vt:lpstr>
      <vt:lpstr>İş alanları genel olarak şu şekilde gruplanabilir: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RW</dc:creator>
  <cp:lastModifiedBy>RW</cp:lastModifiedBy>
  <cp:revision>1</cp:revision>
  <dcterms:created xsi:type="dcterms:W3CDTF">2025-11-18T10:59:45Z</dcterms:created>
  <dcterms:modified xsi:type="dcterms:W3CDTF">2025-11-25T11:44:27Z</dcterms:modified>
</cp:coreProperties>
</file>